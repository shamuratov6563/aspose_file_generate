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75" r:id="rId1"/>
  </p:sldMasterIdLst>
  <p:sldIdLst>
    <p:sldId id="256" r:id="rId2"/>
    <p:sldId id="257" r:id="rId3"/>
    <p:sldId id="259" r:id="rId4"/>
    <p:sldId id="277" r:id="rId5"/>
    <p:sldId id="260" r:id="rId6"/>
    <p:sldId id="261" r:id="rId7"/>
    <p:sldId id="262" r:id="rId8"/>
    <p:sldId id="263" r:id="rId9"/>
    <p:sldId id="276" r:id="rId21"/>
  </p:sldIdLst>
  <p:sldSz cx="12192000" cy="6858000"/>
  <p:notesSz cx="7559675" cy="10691813"/>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96" y="3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ru-RU" smtClean="0"/>
              <a:t>Образец заголовка</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en-US" dirty="0"/>
          </a:p>
        </p:txBody>
      </p:sp>
      <p:sp>
        <p:nvSpPr>
          <p:cNvPr id="4" name="Date Placeholder 3"/>
          <p:cNvSpPr>
            <a:spLocks noGrp="1"/>
          </p:cNvSpPr>
          <p:nvPr>
            <p:ph type="dt" sz="half" idx="10"/>
          </p:nvPr>
        </p:nvSpPr>
        <p:spPr>
          <a:xfrm>
            <a:off x="7077511" y="5410201"/>
            <a:ext cx="2743200" cy="365125"/>
          </a:xfrm>
        </p:spPr>
        <p:txBody>
          <a:bodyPr/>
          <a:lstStyle/>
          <a:p>
            <a:pPr>
              <a:lnSpc>
                <a:spcPct val="100000"/>
              </a:lnSpc>
              <a:buNone/>
            </a:pPr>
            <a:r>
              <a:rPr lang="ru-RU" sz="1800" b="0" strike="noStrike" spc="-1" smtClean="0">
                <a:solidFill>
                  <a:srgbClr val="000000"/>
                </a:solidFill>
                <a:latin typeface="Arial"/>
                <a:ea typeface="Arial Unicode MS"/>
              </a:rPr>
              <a:t>&lt;date/time&gt;</a:t>
            </a:r>
            <a:endParaRPr lang="en-CA" sz="1800" b="0" strike="noStrike" spc="-1">
              <a:latin typeface="Times New Roman"/>
            </a:endParaRPr>
          </a:p>
        </p:txBody>
      </p:sp>
      <p:sp>
        <p:nvSpPr>
          <p:cNvPr id="5" name="Footer Placeholder 4"/>
          <p:cNvSpPr>
            <a:spLocks noGrp="1"/>
          </p:cNvSpPr>
          <p:nvPr>
            <p:ph type="ftr" sz="quarter" idx="11"/>
          </p:nvPr>
        </p:nvSpPr>
        <p:spPr>
          <a:xfrm>
            <a:off x="1876424" y="5410201"/>
            <a:ext cx="5124886" cy="365125"/>
          </a:xfrm>
        </p:spPr>
        <p:txBody>
          <a:bodyPr/>
          <a:lstStyle/>
          <a:p>
            <a:pPr algn="ctr">
              <a:buNone/>
            </a:pPr>
            <a:r>
              <a:rPr lang="en-CA" sz="1400" b="0" strike="noStrike" spc="-1" smtClean="0">
                <a:latin typeface="Times New Roman"/>
              </a:rPr>
              <a:t>&lt;footer&gt;</a:t>
            </a:r>
            <a:endParaRPr lang="en-CA" sz="1400" b="0" strike="noStrike" spc="-1">
              <a:latin typeface="Times New Roman"/>
            </a:endParaRPr>
          </a:p>
        </p:txBody>
      </p:sp>
      <p:sp>
        <p:nvSpPr>
          <p:cNvPr id="6" name="Slide Number Placeholder 5"/>
          <p:cNvSpPr>
            <a:spLocks noGrp="1"/>
          </p:cNvSpPr>
          <p:nvPr>
            <p:ph type="sldNum" sz="quarter" idx="12"/>
          </p:nvPr>
        </p:nvSpPr>
        <p:spPr>
          <a:xfrm>
            <a:off x="9896911" y="5410199"/>
            <a:ext cx="771089" cy="365125"/>
          </a:xfrm>
        </p:spPr>
        <p:txBody>
          <a:bodyPr/>
          <a:lstStyle/>
          <a:p>
            <a:pPr>
              <a:lnSpc>
                <a:spcPct val="100000"/>
              </a:lnSpc>
              <a:buNone/>
            </a:pPr>
            <a:fld id="{DD1AE44F-1450-4AA3-8ED5-62D12C8D65ED}" type="slidenum">
              <a:rPr lang="ru-RU" sz="1800" b="0" strike="noStrike" spc="-1" smtClean="0">
                <a:solidFill>
                  <a:srgbClr val="000000"/>
                </a:solidFill>
                <a:latin typeface="Arial"/>
                <a:ea typeface="Arial Unicode MS"/>
              </a:rPr>
              <a:t>‹#›</a:t>
            </a:fld>
            <a:endParaRPr lang="en-CA" sz="1800" b="0" strike="noStrike" spc="-1">
              <a:latin typeface="Times New Roman"/>
            </a:endParaRPr>
          </a:p>
        </p:txBody>
      </p:sp>
    </p:spTree>
    <p:extLst>
      <p:ext uri="{BB962C8B-B14F-4D97-AF65-F5344CB8AC3E}">
        <p14:creationId xmlns:p14="http://schemas.microsoft.com/office/powerpoint/2010/main" val="14654226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pPr>
              <a:lnSpc>
                <a:spcPct val="100000"/>
              </a:lnSpc>
              <a:buNone/>
            </a:pPr>
            <a:r>
              <a:rPr lang="ru-RU" sz="1800" b="0" strike="noStrike" spc="-1" smtClean="0">
                <a:solidFill>
                  <a:srgbClr val="000000"/>
                </a:solidFill>
                <a:latin typeface="Arial"/>
                <a:ea typeface="Arial Unicode MS"/>
              </a:rPr>
              <a:t>&lt;date/time&gt;</a:t>
            </a:r>
            <a:endParaRPr lang="en-CA" sz="1800" b="0" strike="noStrike" spc="-1">
              <a:latin typeface="Times New Roman"/>
            </a:endParaRPr>
          </a:p>
        </p:txBody>
      </p:sp>
      <p:sp>
        <p:nvSpPr>
          <p:cNvPr id="5" name="Footer Placeholder 4"/>
          <p:cNvSpPr>
            <a:spLocks noGrp="1"/>
          </p:cNvSpPr>
          <p:nvPr>
            <p:ph type="ftr" sz="quarter" idx="11"/>
          </p:nvPr>
        </p:nvSpPr>
        <p:spPr/>
        <p:txBody>
          <a:bodyPr/>
          <a:lstStyle/>
          <a:p>
            <a:pPr algn="ctr">
              <a:buNone/>
            </a:pPr>
            <a:r>
              <a:rPr lang="en-CA" sz="1400" b="0" strike="noStrike" spc="-1" smtClean="0">
                <a:latin typeface="Times New Roman"/>
              </a:rPr>
              <a:t>&lt;footer&gt;</a:t>
            </a:r>
            <a:endParaRPr lang="en-CA" sz="1400" b="0" strike="noStrike" spc="-1">
              <a:latin typeface="Times New Roman"/>
            </a:endParaRPr>
          </a:p>
        </p:txBody>
      </p:sp>
      <p:sp>
        <p:nvSpPr>
          <p:cNvPr id="6" name="Slide Number Placeholder 5"/>
          <p:cNvSpPr>
            <a:spLocks noGrp="1"/>
          </p:cNvSpPr>
          <p:nvPr>
            <p:ph type="sldNum" sz="quarter" idx="12"/>
          </p:nvPr>
        </p:nvSpPr>
        <p:spPr/>
        <p:txBody>
          <a:bodyPr/>
          <a:lstStyle/>
          <a:p>
            <a:pPr>
              <a:lnSpc>
                <a:spcPct val="100000"/>
              </a:lnSpc>
              <a:buNone/>
            </a:pPr>
            <a:fld id="{DD1AE44F-1450-4AA3-8ED5-62D12C8D65ED}" type="slidenum">
              <a:rPr lang="ru-RU" sz="1800" b="0" strike="noStrike" spc="-1" smtClean="0">
                <a:solidFill>
                  <a:srgbClr val="000000"/>
                </a:solidFill>
                <a:latin typeface="Arial"/>
                <a:ea typeface="Arial Unicode MS"/>
              </a:rPr>
              <a:t>‹#›</a:t>
            </a:fld>
            <a:endParaRPr lang="en-CA" sz="1800" b="0" strike="noStrike" spc="-1">
              <a:latin typeface="Times New Roman"/>
            </a:endParaRPr>
          </a:p>
        </p:txBody>
      </p:sp>
    </p:spTree>
    <p:extLst>
      <p:ext uri="{BB962C8B-B14F-4D97-AF65-F5344CB8AC3E}">
        <p14:creationId xmlns:p14="http://schemas.microsoft.com/office/powerpoint/2010/main" val="3434982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ru-RU" smtClean="0"/>
              <a:t>Образец заголовка</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pPr>
              <a:lnSpc>
                <a:spcPct val="100000"/>
              </a:lnSpc>
              <a:buNone/>
            </a:pPr>
            <a:r>
              <a:rPr lang="ru-RU" sz="1800" b="0" strike="noStrike" spc="-1" smtClean="0">
                <a:solidFill>
                  <a:srgbClr val="000000"/>
                </a:solidFill>
                <a:latin typeface="Arial"/>
                <a:ea typeface="Arial Unicode MS"/>
              </a:rPr>
              <a:t>&lt;date/time&gt;</a:t>
            </a:r>
            <a:endParaRPr lang="en-CA" sz="1800" b="0" strike="noStrike" spc="-1">
              <a:latin typeface="Times New Roman"/>
            </a:endParaRPr>
          </a:p>
        </p:txBody>
      </p:sp>
      <p:sp>
        <p:nvSpPr>
          <p:cNvPr id="5" name="Footer Placeholder 4"/>
          <p:cNvSpPr>
            <a:spLocks noGrp="1"/>
          </p:cNvSpPr>
          <p:nvPr>
            <p:ph type="ftr" sz="quarter" idx="11"/>
          </p:nvPr>
        </p:nvSpPr>
        <p:spPr/>
        <p:txBody>
          <a:bodyPr/>
          <a:lstStyle/>
          <a:p>
            <a:pPr algn="ctr">
              <a:buNone/>
            </a:pPr>
            <a:r>
              <a:rPr lang="en-CA" sz="1400" b="0" strike="noStrike" spc="-1" smtClean="0">
                <a:latin typeface="Times New Roman"/>
              </a:rPr>
              <a:t>&lt;footer&gt;</a:t>
            </a:r>
            <a:endParaRPr lang="en-CA" sz="1400" b="0" strike="noStrike" spc="-1">
              <a:latin typeface="Times New Roman"/>
            </a:endParaRPr>
          </a:p>
        </p:txBody>
      </p:sp>
      <p:sp>
        <p:nvSpPr>
          <p:cNvPr id="6" name="Slide Number Placeholder 5"/>
          <p:cNvSpPr>
            <a:spLocks noGrp="1"/>
          </p:cNvSpPr>
          <p:nvPr>
            <p:ph type="sldNum" sz="quarter" idx="12"/>
          </p:nvPr>
        </p:nvSpPr>
        <p:spPr/>
        <p:txBody>
          <a:bodyPr/>
          <a:lstStyle/>
          <a:p>
            <a:pPr>
              <a:lnSpc>
                <a:spcPct val="100000"/>
              </a:lnSpc>
              <a:buNone/>
            </a:pPr>
            <a:fld id="{DD1AE44F-1450-4AA3-8ED5-62D12C8D65ED}" type="slidenum">
              <a:rPr lang="ru-RU" sz="1800" b="0" strike="noStrike" spc="-1" smtClean="0">
                <a:solidFill>
                  <a:srgbClr val="000000"/>
                </a:solidFill>
                <a:latin typeface="Arial"/>
                <a:ea typeface="Arial Unicode MS"/>
              </a:rPr>
              <a:t>‹#›</a:t>
            </a:fld>
            <a:endParaRPr lang="en-CA" sz="1800" b="0" strike="noStrike" spc="-1">
              <a:latin typeface="Times New Roman"/>
            </a:endParaRPr>
          </a:p>
        </p:txBody>
      </p:sp>
    </p:spTree>
    <p:extLst>
      <p:ext uri="{BB962C8B-B14F-4D97-AF65-F5344CB8AC3E}">
        <p14:creationId xmlns:p14="http://schemas.microsoft.com/office/powerpoint/2010/main" val="4171771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pPr>
              <a:lnSpc>
                <a:spcPct val="100000"/>
              </a:lnSpc>
              <a:buNone/>
            </a:pPr>
            <a:r>
              <a:rPr lang="ru-RU" sz="1800" b="0" strike="noStrike" spc="-1" smtClean="0">
                <a:solidFill>
                  <a:srgbClr val="000000"/>
                </a:solidFill>
                <a:latin typeface="Arial"/>
                <a:ea typeface="Arial Unicode MS"/>
              </a:rPr>
              <a:t>&lt;date/time&gt;</a:t>
            </a:r>
            <a:endParaRPr lang="en-CA" sz="1800" b="0" strike="noStrike" spc="-1">
              <a:latin typeface="Times New Roman"/>
            </a:endParaRPr>
          </a:p>
        </p:txBody>
      </p:sp>
      <p:sp>
        <p:nvSpPr>
          <p:cNvPr id="6" name="Footer Placeholder 5"/>
          <p:cNvSpPr>
            <a:spLocks noGrp="1"/>
          </p:cNvSpPr>
          <p:nvPr>
            <p:ph type="ftr" sz="quarter" idx="11"/>
          </p:nvPr>
        </p:nvSpPr>
        <p:spPr/>
        <p:txBody>
          <a:bodyPr/>
          <a:lstStyle/>
          <a:p>
            <a:pPr algn="ctr">
              <a:buNone/>
            </a:pPr>
            <a:r>
              <a:rPr lang="en-CA" sz="1400" b="0" strike="noStrike" spc="-1" smtClean="0">
                <a:latin typeface="Times New Roman"/>
              </a:rPr>
              <a:t>&lt;footer&gt;</a:t>
            </a:r>
            <a:endParaRPr lang="en-CA" sz="1400" b="0" strike="noStrike" spc="-1">
              <a:latin typeface="Times New Roman"/>
            </a:endParaRPr>
          </a:p>
        </p:txBody>
      </p:sp>
      <p:sp>
        <p:nvSpPr>
          <p:cNvPr id="7" name="Slide Number Placeholder 6"/>
          <p:cNvSpPr>
            <a:spLocks noGrp="1"/>
          </p:cNvSpPr>
          <p:nvPr>
            <p:ph type="sldNum" sz="quarter" idx="12"/>
          </p:nvPr>
        </p:nvSpPr>
        <p:spPr/>
        <p:txBody>
          <a:bodyPr/>
          <a:lstStyle/>
          <a:p>
            <a:pPr>
              <a:lnSpc>
                <a:spcPct val="100000"/>
              </a:lnSpc>
              <a:buNone/>
            </a:pPr>
            <a:fld id="{DD1AE44F-1450-4AA3-8ED5-62D12C8D65ED}" type="slidenum">
              <a:rPr lang="ru-RU" sz="1800" b="0" strike="noStrike" spc="-1" smtClean="0">
                <a:solidFill>
                  <a:srgbClr val="000000"/>
                </a:solidFill>
                <a:latin typeface="Arial"/>
                <a:ea typeface="Arial Unicode MS"/>
              </a:rPr>
              <a:t>‹#›</a:t>
            </a:fld>
            <a:endParaRPr lang="en-CA" sz="1800" b="0" strike="noStrike" spc="-1">
              <a:latin typeface="Times New Roman"/>
            </a:endParaRPr>
          </a:p>
        </p:txBody>
      </p:sp>
    </p:spTree>
    <p:extLst>
      <p:ext uri="{BB962C8B-B14F-4D97-AF65-F5344CB8AC3E}">
        <p14:creationId xmlns:p14="http://schemas.microsoft.com/office/powerpoint/2010/main" val="262496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ru-RU" smtClean="0"/>
              <a:t>Образец заголовка</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1141410" y="3073397"/>
            <a:ext cx="4878391" cy="2717801"/>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6172200" y="3073397"/>
            <a:ext cx="4875210" cy="2717801"/>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pPr>
              <a:lnSpc>
                <a:spcPct val="100000"/>
              </a:lnSpc>
              <a:buNone/>
            </a:pPr>
            <a:r>
              <a:rPr lang="ru-RU" sz="1800" b="0" strike="noStrike" spc="-1" smtClean="0">
                <a:solidFill>
                  <a:srgbClr val="000000"/>
                </a:solidFill>
                <a:latin typeface="Arial"/>
                <a:ea typeface="Arial Unicode MS"/>
              </a:rPr>
              <a:t>&lt;date/time&gt;</a:t>
            </a:r>
            <a:endParaRPr lang="en-CA" sz="1800" b="0" strike="noStrike" spc="-1">
              <a:latin typeface="Times New Roman"/>
            </a:endParaRPr>
          </a:p>
        </p:txBody>
      </p:sp>
      <p:sp>
        <p:nvSpPr>
          <p:cNvPr id="8" name="Footer Placeholder 7"/>
          <p:cNvSpPr>
            <a:spLocks noGrp="1"/>
          </p:cNvSpPr>
          <p:nvPr>
            <p:ph type="ftr" sz="quarter" idx="11"/>
          </p:nvPr>
        </p:nvSpPr>
        <p:spPr/>
        <p:txBody>
          <a:bodyPr/>
          <a:lstStyle/>
          <a:p>
            <a:pPr algn="ctr">
              <a:buNone/>
            </a:pPr>
            <a:r>
              <a:rPr lang="en-CA" sz="1400" b="0" strike="noStrike" spc="-1" smtClean="0">
                <a:latin typeface="Times New Roman"/>
              </a:rPr>
              <a:t>&lt;footer&gt;</a:t>
            </a:r>
            <a:endParaRPr lang="en-CA" sz="1400" b="0" strike="noStrike" spc="-1">
              <a:latin typeface="Times New Roman"/>
            </a:endParaRPr>
          </a:p>
        </p:txBody>
      </p:sp>
      <p:sp>
        <p:nvSpPr>
          <p:cNvPr id="9" name="Slide Number Placeholder 8"/>
          <p:cNvSpPr>
            <a:spLocks noGrp="1"/>
          </p:cNvSpPr>
          <p:nvPr>
            <p:ph type="sldNum" sz="quarter" idx="12"/>
          </p:nvPr>
        </p:nvSpPr>
        <p:spPr/>
        <p:txBody>
          <a:bodyPr/>
          <a:lstStyle/>
          <a:p>
            <a:pPr>
              <a:lnSpc>
                <a:spcPct val="100000"/>
              </a:lnSpc>
              <a:buNone/>
            </a:pPr>
            <a:fld id="{DD1AE44F-1450-4AA3-8ED5-62D12C8D65ED}" type="slidenum">
              <a:rPr lang="ru-RU" sz="1800" b="0" strike="noStrike" spc="-1" smtClean="0">
                <a:solidFill>
                  <a:srgbClr val="000000"/>
                </a:solidFill>
                <a:latin typeface="Arial"/>
                <a:ea typeface="Arial Unicode MS"/>
              </a:rPr>
              <a:t>‹#›</a:t>
            </a:fld>
            <a:endParaRPr lang="en-CA" sz="1800" b="0" strike="noStrike" spc="-1">
              <a:latin typeface="Times New Roman"/>
            </a:endParaRPr>
          </a:p>
        </p:txBody>
      </p:sp>
    </p:spTree>
    <p:extLst>
      <p:ext uri="{BB962C8B-B14F-4D97-AF65-F5344CB8AC3E}">
        <p14:creationId xmlns:p14="http://schemas.microsoft.com/office/powerpoint/2010/main" val="551461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Date Placeholder 2"/>
          <p:cNvSpPr>
            <a:spLocks noGrp="1"/>
          </p:cNvSpPr>
          <p:nvPr>
            <p:ph type="dt" sz="half" idx="10"/>
          </p:nvPr>
        </p:nvSpPr>
        <p:spPr/>
        <p:txBody>
          <a:bodyPr/>
          <a:lstStyle/>
          <a:p>
            <a:pPr>
              <a:lnSpc>
                <a:spcPct val="100000"/>
              </a:lnSpc>
              <a:buNone/>
            </a:pPr>
            <a:r>
              <a:rPr lang="ru-RU" sz="1800" b="0" strike="noStrike" spc="-1" smtClean="0">
                <a:solidFill>
                  <a:srgbClr val="000000"/>
                </a:solidFill>
                <a:latin typeface="Arial"/>
                <a:ea typeface="Arial Unicode MS"/>
              </a:rPr>
              <a:t>&lt;date/time&gt;</a:t>
            </a:r>
            <a:endParaRPr lang="en-CA" sz="1800" b="0" strike="noStrike" spc="-1">
              <a:latin typeface="Times New Roman"/>
            </a:endParaRPr>
          </a:p>
        </p:txBody>
      </p:sp>
      <p:sp>
        <p:nvSpPr>
          <p:cNvPr id="4" name="Footer Placeholder 3"/>
          <p:cNvSpPr>
            <a:spLocks noGrp="1"/>
          </p:cNvSpPr>
          <p:nvPr>
            <p:ph type="ftr" sz="quarter" idx="11"/>
          </p:nvPr>
        </p:nvSpPr>
        <p:spPr/>
        <p:txBody>
          <a:bodyPr/>
          <a:lstStyle/>
          <a:p>
            <a:pPr algn="ctr">
              <a:buNone/>
            </a:pPr>
            <a:r>
              <a:rPr lang="en-CA" sz="1400" b="0" strike="noStrike" spc="-1" smtClean="0">
                <a:latin typeface="Times New Roman"/>
              </a:rPr>
              <a:t>&lt;footer&gt;</a:t>
            </a:r>
            <a:endParaRPr lang="en-CA" sz="1400" b="0" strike="noStrike" spc="-1">
              <a:latin typeface="Times New Roman"/>
            </a:endParaRPr>
          </a:p>
        </p:txBody>
      </p:sp>
      <p:sp>
        <p:nvSpPr>
          <p:cNvPr id="5" name="Slide Number Placeholder 4"/>
          <p:cNvSpPr>
            <a:spLocks noGrp="1"/>
          </p:cNvSpPr>
          <p:nvPr>
            <p:ph type="sldNum" sz="quarter" idx="12"/>
          </p:nvPr>
        </p:nvSpPr>
        <p:spPr/>
        <p:txBody>
          <a:bodyPr/>
          <a:lstStyle/>
          <a:p>
            <a:pPr>
              <a:lnSpc>
                <a:spcPct val="100000"/>
              </a:lnSpc>
              <a:buNone/>
            </a:pPr>
            <a:fld id="{DD1AE44F-1450-4AA3-8ED5-62D12C8D65ED}" type="slidenum">
              <a:rPr lang="ru-RU" sz="1800" b="0" strike="noStrike" spc="-1" smtClean="0">
                <a:solidFill>
                  <a:srgbClr val="000000"/>
                </a:solidFill>
                <a:latin typeface="Arial"/>
                <a:ea typeface="Arial Unicode MS"/>
              </a:rPr>
              <a:t>‹#›</a:t>
            </a:fld>
            <a:endParaRPr lang="en-CA" sz="1800" b="0" strike="noStrike" spc="-1">
              <a:latin typeface="Times New Roman"/>
            </a:endParaRPr>
          </a:p>
        </p:txBody>
      </p:sp>
    </p:spTree>
    <p:extLst>
      <p:ext uri="{BB962C8B-B14F-4D97-AF65-F5344CB8AC3E}">
        <p14:creationId xmlns:p14="http://schemas.microsoft.com/office/powerpoint/2010/main" val="16632134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lnSpc>
                <a:spcPct val="100000"/>
              </a:lnSpc>
              <a:buNone/>
            </a:pPr>
            <a:r>
              <a:rPr lang="ru-RU" sz="1800" b="0" strike="noStrike" spc="-1" smtClean="0">
                <a:solidFill>
                  <a:srgbClr val="000000"/>
                </a:solidFill>
                <a:latin typeface="Arial"/>
                <a:ea typeface="Arial Unicode MS"/>
              </a:rPr>
              <a:t>&lt;date/time&gt;</a:t>
            </a:r>
            <a:endParaRPr lang="en-CA" sz="1800" b="0" strike="noStrike" spc="-1">
              <a:latin typeface="Times New Roman"/>
            </a:endParaRPr>
          </a:p>
        </p:txBody>
      </p:sp>
      <p:sp>
        <p:nvSpPr>
          <p:cNvPr id="3" name="Footer Placeholder 2"/>
          <p:cNvSpPr>
            <a:spLocks noGrp="1"/>
          </p:cNvSpPr>
          <p:nvPr>
            <p:ph type="ftr" sz="quarter" idx="11"/>
          </p:nvPr>
        </p:nvSpPr>
        <p:spPr/>
        <p:txBody>
          <a:bodyPr/>
          <a:lstStyle/>
          <a:p>
            <a:pPr algn="ctr">
              <a:buNone/>
            </a:pPr>
            <a:r>
              <a:rPr lang="en-CA" sz="1400" b="0" strike="noStrike" spc="-1" smtClean="0">
                <a:latin typeface="Times New Roman"/>
              </a:rPr>
              <a:t>&lt;footer&gt;</a:t>
            </a:r>
            <a:endParaRPr lang="en-CA" sz="1400" b="0" strike="noStrike" spc="-1">
              <a:latin typeface="Times New Roman"/>
            </a:endParaRPr>
          </a:p>
        </p:txBody>
      </p:sp>
      <p:sp>
        <p:nvSpPr>
          <p:cNvPr id="4" name="Slide Number Placeholder 3"/>
          <p:cNvSpPr>
            <a:spLocks noGrp="1"/>
          </p:cNvSpPr>
          <p:nvPr>
            <p:ph type="sldNum" sz="quarter" idx="12"/>
          </p:nvPr>
        </p:nvSpPr>
        <p:spPr/>
        <p:txBody>
          <a:bodyPr/>
          <a:lstStyle/>
          <a:p>
            <a:pPr>
              <a:lnSpc>
                <a:spcPct val="100000"/>
              </a:lnSpc>
              <a:buNone/>
            </a:pPr>
            <a:fld id="{DD1AE44F-1450-4AA3-8ED5-62D12C8D65ED}" type="slidenum">
              <a:rPr lang="ru-RU" sz="1800" b="0" strike="noStrike" spc="-1" smtClean="0">
                <a:solidFill>
                  <a:srgbClr val="000000"/>
                </a:solidFill>
                <a:latin typeface="Arial"/>
                <a:ea typeface="Arial Unicode MS"/>
              </a:rPr>
              <a:t>‹#›</a:t>
            </a:fld>
            <a:endParaRPr lang="en-CA" sz="1800" b="0" strike="noStrike" spc="-1">
              <a:latin typeface="Times New Roman"/>
            </a:endParaRPr>
          </a:p>
        </p:txBody>
      </p:sp>
    </p:spTree>
    <p:extLst>
      <p:ext uri="{BB962C8B-B14F-4D97-AF65-F5344CB8AC3E}">
        <p14:creationId xmlns:p14="http://schemas.microsoft.com/office/powerpoint/2010/main" val="2445614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ru-RU" smtClean="0"/>
              <a:t>Образец заголовка</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Date Placeholder 4"/>
          <p:cNvSpPr>
            <a:spLocks noGrp="1"/>
          </p:cNvSpPr>
          <p:nvPr>
            <p:ph type="dt" sz="half" idx="10"/>
          </p:nvPr>
        </p:nvSpPr>
        <p:spPr/>
        <p:txBody>
          <a:bodyPr/>
          <a:lstStyle/>
          <a:p>
            <a:pPr>
              <a:lnSpc>
                <a:spcPct val="100000"/>
              </a:lnSpc>
              <a:buNone/>
            </a:pPr>
            <a:r>
              <a:rPr lang="ru-RU" sz="1800" b="0" strike="noStrike" spc="-1" smtClean="0">
                <a:solidFill>
                  <a:srgbClr val="000000"/>
                </a:solidFill>
                <a:latin typeface="Arial"/>
                <a:ea typeface="Arial Unicode MS"/>
              </a:rPr>
              <a:t>&lt;date/time&gt;</a:t>
            </a:r>
            <a:endParaRPr lang="en-CA" sz="1800" b="0" strike="noStrike" spc="-1">
              <a:latin typeface="Times New Roman"/>
            </a:endParaRPr>
          </a:p>
        </p:txBody>
      </p:sp>
      <p:sp>
        <p:nvSpPr>
          <p:cNvPr id="6" name="Footer Placeholder 5"/>
          <p:cNvSpPr>
            <a:spLocks noGrp="1"/>
          </p:cNvSpPr>
          <p:nvPr>
            <p:ph type="ftr" sz="quarter" idx="11"/>
          </p:nvPr>
        </p:nvSpPr>
        <p:spPr/>
        <p:txBody>
          <a:bodyPr/>
          <a:lstStyle/>
          <a:p>
            <a:pPr algn="ctr">
              <a:buNone/>
            </a:pPr>
            <a:r>
              <a:rPr lang="en-CA" sz="1400" b="0" strike="noStrike" spc="-1" smtClean="0">
                <a:latin typeface="Times New Roman"/>
              </a:rPr>
              <a:t>&lt;footer&gt;</a:t>
            </a:r>
            <a:endParaRPr lang="en-CA" sz="1400" b="0" strike="noStrike" spc="-1">
              <a:latin typeface="Times New Roman"/>
            </a:endParaRPr>
          </a:p>
        </p:txBody>
      </p:sp>
      <p:sp>
        <p:nvSpPr>
          <p:cNvPr id="7" name="Slide Number Placeholder 6"/>
          <p:cNvSpPr>
            <a:spLocks noGrp="1"/>
          </p:cNvSpPr>
          <p:nvPr>
            <p:ph type="sldNum" sz="quarter" idx="12"/>
          </p:nvPr>
        </p:nvSpPr>
        <p:spPr/>
        <p:txBody>
          <a:bodyPr/>
          <a:lstStyle/>
          <a:p>
            <a:pPr>
              <a:lnSpc>
                <a:spcPct val="100000"/>
              </a:lnSpc>
              <a:buNone/>
            </a:pPr>
            <a:fld id="{DD1AE44F-1450-4AA3-8ED5-62D12C8D65ED}" type="slidenum">
              <a:rPr lang="ru-RU" sz="1800" b="0" strike="noStrike" spc="-1" smtClean="0">
                <a:solidFill>
                  <a:srgbClr val="000000"/>
                </a:solidFill>
                <a:latin typeface="Arial"/>
                <a:ea typeface="Arial Unicode MS"/>
              </a:rPr>
              <a:t>‹#›</a:t>
            </a:fld>
            <a:endParaRPr lang="en-CA" sz="1800" b="0" strike="noStrike" spc="-1">
              <a:latin typeface="Times New Roman"/>
            </a:endParaRPr>
          </a:p>
        </p:txBody>
      </p:sp>
    </p:spTree>
    <p:extLst>
      <p:ext uri="{BB962C8B-B14F-4D97-AF65-F5344CB8AC3E}">
        <p14:creationId xmlns:p14="http://schemas.microsoft.com/office/powerpoint/2010/main" val="42501513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Date Placeholder 4"/>
          <p:cNvSpPr>
            <a:spLocks noGrp="1"/>
          </p:cNvSpPr>
          <p:nvPr>
            <p:ph type="dt" sz="half" idx="10"/>
          </p:nvPr>
        </p:nvSpPr>
        <p:spPr/>
        <p:txBody>
          <a:bodyPr/>
          <a:lstStyle/>
          <a:p>
            <a:pPr>
              <a:lnSpc>
                <a:spcPct val="100000"/>
              </a:lnSpc>
              <a:buNone/>
            </a:pPr>
            <a:r>
              <a:rPr lang="ru-RU" sz="1800" b="0" strike="noStrike" spc="-1" smtClean="0">
                <a:solidFill>
                  <a:srgbClr val="000000"/>
                </a:solidFill>
                <a:latin typeface="Arial"/>
                <a:ea typeface="Arial Unicode MS"/>
              </a:rPr>
              <a:t>&lt;date/time&gt;</a:t>
            </a:r>
            <a:endParaRPr lang="en-CA" sz="1800" b="0" strike="noStrike" spc="-1">
              <a:latin typeface="Times New Roman"/>
            </a:endParaRP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lnSpc>
                <a:spcPct val="100000"/>
              </a:lnSpc>
              <a:buNone/>
            </a:pPr>
            <a:fld id="{DD1AE44F-1450-4AA3-8ED5-62D12C8D65ED}" type="slidenum">
              <a:rPr lang="ru-RU" sz="1800" b="0" strike="noStrike" spc="-1" smtClean="0">
                <a:solidFill>
                  <a:srgbClr val="000000"/>
                </a:solidFill>
                <a:latin typeface="Arial"/>
                <a:ea typeface="Arial Unicode MS"/>
              </a:rPr>
              <a:t>‹#›</a:t>
            </a:fld>
            <a:endParaRPr lang="en-CA" sz="1800" b="0" strike="noStrike" spc="-1">
              <a:latin typeface="Times New Roman"/>
            </a:endParaRPr>
          </a:p>
        </p:txBody>
      </p:sp>
    </p:spTree>
    <p:extLst>
      <p:ext uri="{BB962C8B-B14F-4D97-AF65-F5344CB8AC3E}">
        <p14:creationId xmlns:p14="http://schemas.microsoft.com/office/powerpoint/2010/main" val="3346558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я фотография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ru-RU" smtClean="0"/>
              <a:t>Вставка рисунка</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Date Placeholder 4"/>
          <p:cNvSpPr>
            <a:spLocks noGrp="1"/>
          </p:cNvSpPr>
          <p:nvPr>
            <p:ph type="dt" sz="half" idx="10"/>
          </p:nvPr>
        </p:nvSpPr>
        <p:spPr/>
        <p:txBody>
          <a:bodyPr/>
          <a:lstStyle/>
          <a:p>
            <a:fld id="{B61BEF0D-F0BB-DE4B-95CE-6DB70DBA9567}" type="datetimeFigureOut">
              <a:rPr lang="en-US" smtClean="0"/>
              <a:pPr/>
              <a:t>9/19/2024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107153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ru-RU" smtClean="0"/>
              <a:t>Образец заголовка</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Date Placeholder 4"/>
          <p:cNvSpPr>
            <a:spLocks noGrp="1"/>
          </p:cNvSpPr>
          <p:nvPr>
            <p:ph type="dt" sz="half" idx="10"/>
          </p:nvPr>
        </p:nvSpPr>
        <p:spPr/>
        <p:txBody>
          <a:bodyPr/>
          <a:lstStyle/>
          <a:p>
            <a:fld id="{8664C608-40B1-4030-A28D-5B74BC98ADCE}" type="datetimeFigureOut">
              <a:rPr lang="en-US" smtClean="0"/>
              <a:t>9/19/2024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9413633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ru-RU" smtClean="0"/>
              <a:t>Образец заголовка</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Date Placeholder 4"/>
          <p:cNvSpPr>
            <a:spLocks noGrp="1"/>
          </p:cNvSpPr>
          <p:nvPr>
            <p:ph type="dt" sz="half" idx="10"/>
          </p:nvPr>
        </p:nvSpPr>
        <p:spPr/>
        <p:txBody>
          <a:bodyPr/>
          <a:lstStyle/>
          <a:p>
            <a:fld id="{8664C608-40B1-4030-A28D-5B74BC98ADCE}" type="datetimeFigureOut">
              <a:rPr lang="en-US" smtClean="0"/>
              <a:t>9/19/2024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5607825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ru-RU" smtClean="0"/>
              <a:t>Образец заголовка</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Date Placeholder 4"/>
          <p:cNvSpPr>
            <a:spLocks noGrp="1"/>
          </p:cNvSpPr>
          <p:nvPr>
            <p:ph type="dt" sz="half" idx="10"/>
          </p:nvPr>
        </p:nvSpPr>
        <p:spPr/>
        <p:txBody>
          <a:bodyPr/>
          <a:lstStyle/>
          <a:p>
            <a:fld id="{8664C608-40B1-4030-A28D-5B74BC98ADCE}" type="datetimeFigureOut">
              <a:rPr lang="en-US" smtClean="0"/>
              <a:t>9/19/2024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5447717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Три колонки">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ru-RU" smtClean="0"/>
              <a:t>Образец заголовка</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3" name="Date Placeholder 2"/>
          <p:cNvSpPr>
            <a:spLocks noGrp="1"/>
          </p:cNvSpPr>
          <p:nvPr>
            <p:ph type="dt" sz="half" idx="10"/>
          </p:nvPr>
        </p:nvSpPr>
        <p:spPr/>
        <p:txBody>
          <a:bodyPr/>
          <a:lstStyle/>
          <a:p>
            <a:fld id="{B61BEF0D-F0BB-DE4B-95CE-6DB70DBA9567}" type="datetimeFigureOut">
              <a:rPr lang="en-US" smtClean="0"/>
              <a:pPr/>
              <a:t>9/19/2024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262824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Столбец с тремя рисунками">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ru-RU" smtClean="0"/>
              <a:t>Образец заголовка</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ru-RU" smtClean="0"/>
              <a:t>Вставка рисунка</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ru-RU" smtClean="0"/>
              <a:t>Вставка рисунка</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ru-RU" smtClean="0"/>
              <a:t>Вставка рисунка</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3" name="Date Placeholder 2"/>
          <p:cNvSpPr>
            <a:spLocks noGrp="1"/>
          </p:cNvSpPr>
          <p:nvPr>
            <p:ph type="dt" sz="half" idx="10"/>
          </p:nvPr>
        </p:nvSpPr>
        <p:spPr/>
        <p:txBody>
          <a:bodyPr/>
          <a:lstStyle/>
          <a:p>
            <a:fld id="{B61BEF0D-F0BB-DE4B-95CE-6DB70DBA9567}" type="datetimeFigureOut">
              <a:rPr lang="en-US" smtClean="0"/>
              <a:pPr/>
              <a:t>9/19/2024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327786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Vertical Text Placeholder 2"/>
          <p:cNvSpPr>
            <a:spLocks noGrp="1"/>
          </p:cNvSpPr>
          <p:nvPr>
            <p:ph type="body" orient="vert" idx="1"/>
          </p:nvPr>
        </p:nvSpPr>
        <p:spPr/>
        <p:txBody>
          <a:bodyPr vert="eaVert" ancho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pPr>
              <a:lnSpc>
                <a:spcPct val="100000"/>
              </a:lnSpc>
              <a:buNone/>
            </a:pPr>
            <a:r>
              <a:rPr lang="ru-RU" sz="1800" b="0" strike="noStrike" spc="-1" smtClean="0">
                <a:solidFill>
                  <a:srgbClr val="000000"/>
                </a:solidFill>
                <a:latin typeface="Arial"/>
                <a:ea typeface="Arial Unicode MS"/>
              </a:rPr>
              <a:t>&lt;date/time&gt;</a:t>
            </a:r>
            <a:endParaRPr lang="en-CA" sz="1800" b="0" strike="noStrike" spc="-1">
              <a:latin typeface="Times New Roman"/>
            </a:endParaRPr>
          </a:p>
        </p:txBody>
      </p:sp>
      <p:sp>
        <p:nvSpPr>
          <p:cNvPr id="5" name="Footer Placeholder 4"/>
          <p:cNvSpPr>
            <a:spLocks noGrp="1"/>
          </p:cNvSpPr>
          <p:nvPr>
            <p:ph type="ftr" sz="quarter" idx="11"/>
          </p:nvPr>
        </p:nvSpPr>
        <p:spPr/>
        <p:txBody>
          <a:bodyPr/>
          <a:lstStyle/>
          <a:p>
            <a:pPr algn="ctr">
              <a:buNone/>
            </a:pPr>
            <a:r>
              <a:rPr lang="en-CA" sz="1400" b="0" strike="noStrike" spc="-1" smtClean="0">
                <a:latin typeface="Times New Roman"/>
              </a:rPr>
              <a:t>&lt;footer&gt;</a:t>
            </a:r>
            <a:endParaRPr lang="en-CA" sz="1400" b="0" strike="noStrike" spc="-1">
              <a:latin typeface="Times New Roman"/>
            </a:endParaRPr>
          </a:p>
        </p:txBody>
      </p:sp>
      <p:sp>
        <p:nvSpPr>
          <p:cNvPr id="6" name="Slide Number Placeholder 5"/>
          <p:cNvSpPr>
            <a:spLocks noGrp="1"/>
          </p:cNvSpPr>
          <p:nvPr>
            <p:ph type="sldNum" sz="quarter" idx="12"/>
          </p:nvPr>
        </p:nvSpPr>
        <p:spPr/>
        <p:txBody>
          <a:bodyPr/>
          <a:lstStyle/>
          <a:p>
            <a:pPr>
              <a:lnSpc>
                <a:spcPct val="100000"/>
              </a:lnSpc>
              <a:buNone/>
            </a:pPr>
            <a:fld id="{DD1AE44F-1450-4AA3-8ED5-62D12C8D65ED}" type="slidenum">
              <a:rPr lang="ru-RU" sz="1800" b="0" strike="noStrike" spc="-1" smtClean="0">
                <a:solidFill>
                  <a:srgbClr val="000000"/>
                </a:solidFill>
                <a:latin typeface="Arial"/>
                <a:ea typeface="Arial Unicode MS"/>
              </a:rPr>
              <a:t>‹#›</a:t>
            </a:fld>
            <a:endParaRPr lang="en-CA" sz="1800" b="0" strike="noStrike" spc="-1">
              <a:latin typeface="Times New Roman"/>
            </a:endParaRPr>
          </a:p>
        </p:txBody>
      </p:sp>
    </p:spTree>
    <p:extLst>
      <p:ext uri="{BB962C8B-B14F-4D97-AF65-F5344CB8AC3E}">
        <p14:creationId xmlns:p14="http://schemas.microsoft.com/office/powerpoint/2010/main" val="2686123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pPr>
              <a:lnSpc>
                <a:spcPct val="100000"/>
              </a:lnSpc>
              <a:buNone/>
            </a:pPr>
            <a:r>
              <a:rPr lang="ru-RU" sz="1800" b="0" strike="noStrike" spc="-1" smtClean="0">
                <a:solidFill>
                  <a:srgbClr val="000000"/>
                </a:solidFill>
                <a:latin typeface="Arial"/>
                <a:ea typeface="Arial Unicode MS"/>
              </a:rPr>
              <a:t>&lt;date/time&gt;</a:t>
            </a:r>
            <a:endParaRPr lang="en-CA" sz="1800" b="0" strike="noStrike" spc="-1">
              <a:latin typeface="Times New Roman"/>
            </a:endParaRPr>
          </a:p>
        </p:txBody>
      </p:sp>
      <p:sp>
        <p:nvSpPr>
          <p:cNvPr id="5" name="Footer Placeholder 4"/>
          <p:cNvSpPr>
            <a:spLocks noGrp="1"/>
          </p:cNvSpPr>
          <p:nvPr>
            <p:ph type="ftr" sz="quarter" idx="11"/>
          </p:nvPr>
        </p:nvSpPr>
        <p:spPr/>
        <p:txBody>
          <a:bodyPr/>
          <a:lstStyle/>
          <a:p>
            <a:pPr algn="ctr">
              <a:buNone/>
            </a:pPr>
            <a:r>
              <a:rPr lang="en-CA" sz="1400" b="0" strike="noStrike" spc="-1" smtClean="0">
                <a:latin typeface="Times New Roman"/>
              </a:rPr>
              <a:t>&lt;footer&gt;</a:t>
            </a:r>
            <a:endParaRPr lang="en-CA" sz="1400" b="0" strike="noStrike" spc="-1">
              <a:latin typeface="Times New Roman"/>
            </a:endParaRPr>
          </a:p>
        </p:txBody>
      </p:sp>
      <p:sp>
        <p:nvSpPr>
          <p:cNvPr id="6" name="Slide Number Placeholder 5"/>
          <p:cNvSpPr>
            <a:spLocks noGrp="1"/>
          </p:cNvSpPr>
          <p:nvPr>
            <p:ph type="sldNum" sz="quarter" idx="12"/>
          </p:nvPr>
        </p:nvSpPr>
        <p:spPr/>
        <p:txBody>
          <a:bodyPr/>
          <a:lstStyle/>
          <a:p>
            <a:pPr>
              <a:lnSpc>
                <a:spcPct val="100000"/>
              </a:lnSpc>
              <a:buNone/>
            </a:pPr>
            <a:fld id="{DD1AE44F-1450-4AA3-8ED5-62D12C8D65ED}" type="slidenum">
              <a:rPr lang="ru-RU" sz="1800" b="0" strike="noStrike" spc="-1" smtClean="0">
                <a:solidFill>
                  <a:srgbClr val="000000"/>
                </a:solidFill>
                <a:latin typeface="Arial"/>
                <a:ea typeface="Arial Unicode MS"/>
              </a:rPr>
              <a:t>‹#›</a:t>
            </a:fld>
            <a:endParaRPr lang="en-CA" sz="1800" b="0" strike="noStrike" spc="-1">
              <a:latin typeface="Times New Roman"/>
            </a:endParaRPr>
          </a:p>
        </p:txBody>
      </p:sp>
    </p:spTree>
    <p:extLst>
      <p:ext uri="{BB962C8B-B14F-4D97-AF65-F5344CB8AC3E}">
        <p14:creationId xmlns:p14="http://schemas.microsoft.com/office/powerpoint/2010/main" val="16477033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endParaRPr lang="en-US" sz="1800" b="0" strike="noStrike" spc="-1">
              <a:solidFill>
                <a:srgbClr val="000000"/>
              </a:solidFill>
              <a:latin typeface="Arial"/>
            </a:endParaRPr>
          </a:p>
        </p:txBody>
      </p:sp>
      <p:sp>
        <p:nvSpPr>
          <p:cNvPr id="6"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CA" sz="3200" b="0" strike="noStrike" spc="-1">
              <a:latin typeface="Arial"/>
            </a:endParaRPr>
          </a:p>
        </p:txBody>
      </p:sp>
      <p:sp>
        <p:nvSpPr>
          <p:cNvPr id="4" name="PlaceHolder 3"/>
          <p:cNvSpPr>
            <a:spLocks noGrp="1"/>
          </p:cNvSpPr>
          <p:nvPr>
            <p:ph type="ftr" idx="2"/>
          </p:nvPr>
        </p:nvSpPr>
        <p:spPr/>
        <p:txBody>
          <a:bodyPr/>
          <a:lstStyle/>
          <a:p>
            <a:r>
              <a:t>Footer</a:t>
            </a:r>
          </a:p>
        </p:txBody>
      </p:sp>
      <p:sp>
        <p:nvSpPr>
          <p:cNvPr id="2" name="PlaceHolder 4"/>
          <p:cNvSpPr>
            <a:spLocks noGrp="1"/>
          </p:cNvSpPr>
          <p:nvPr>
            <p:ph type="sldNum" idx="3"/>
          </p:nvPr>
        </p:nvSpPr>
        <p:spPr/>
        <p:txBody>
          <a:bodyPr/>
          <a:lstStyle/>
          <a:p>
            <a:fld id="{FF910125-9F1A-469D-998E-307B5220DFF8}" type="slidenum">
              <a:rPr/>
              <a:t>‹#›</a:t>
            </a:fld>
            <a:endParaRPr/>
          </a:p>
        </p:txBody>
      </p:sp>
      <p:sp>
        <p:nvSpPr>
          <p:cNvPr id="3" name="PlaceHolder 5"/>
          <p:cNvSpPr>
            <a:spLocks noGrp="1"/>
          </p:cNvSpPr>
          <p:nvPr>
            <p:ph type="dt" idx="1"/>
          </p:nvPr>
        </p:nvSpPr>
        <p:spPr/>
        <p:txBody>
          <a:bodyPr/>
          <a:lstStyle/>
          <a:p>
            <a:endParaRPr lang="en-CA"/>
          </a:p>
        </p:txBody>
      </p:sp>
    </p:spTree>
    <p:extLst>
      <p:ext uri="{BB962C8B-B14F-4D97-AF65-F5344CB8AC3E}">
        <p14:creationId xmlns:p14="http://schemas.microsoft.com/office/powerpoint/2010/main" val="2279453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 Id="rId20"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20">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61BEF0D-F0BB-DE4B-95CE-6DB70DBA9567}" type="datetimeFigureOut">
              <a:rPr lang="en-US" smtClean="0"/>
              <a:pPr/>
              <a:t>9/19/2024</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26054405"/>
      </p:ext>
    </p:extLst>
  </p:cSld>
  <p:clrMap bg1="dk1" tx1="lt1" bg2="dk2" tx2="lt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 id="2147483788" r:id="rId13"/>
    <p:sldLayoutId id="2147483789" r:id="rId14"/>
    <p:sldLayoutId id="2147483790" r:id="rId15"/>
    <p:sldLayoutId id="2147483791" r:id="rId16"/>
    <p:sldLayoutId id="2147483792" r:id="rId17"/>
    <p:sldLayoutId id="2147483793" r:id="rId18"/>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TextBox 3"/>
          <p:cNvSpPr/>
          <p:nvPr/>
        </p:nvSpPr>
        <p:spPr>
          <a:xfrm>
            <a:off x="979920" y="1809720"/>
            <a:ext cx="10231920" cy="185652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ctr">
            <a:spAutoFit/>
          </a:bodyPr>
          <a:lstStyle/>
          <a:p>
            <a:pPr algn="ctr">
              <a:lnSpc>
                <a:spcPct val="100000"/>
              </a:lnSpc>
              <a:buNone/>
            </a:pPr>
            <a:r>
              <a:rPr lang="en-US" sz="4800" b="1" strike="noStrike" spc="-1">
                <a:solidFill>
                  <a:srgbClr val="404040"/>
                </a:solidFill>
                <a:latin typeface="Constantia"/>
                <a:ea typeface="Arial Unicode MS"/>
              </a:rPr>
              <a:t>Annotasiya</a:t>
            </a:r>
            <a:endParaRPr lang="en-CA" sz="4800" b="0" strike="noStrike" spc="-1">
              <a:latin typeface="Arial"/>
            </a:endParaRPr>
          </a:p>
          <a:p>
            <a:pPr algn="ctr">
              <a:lnSpc>
                <a:spcPct val="100000"/>
              </a:lnSpc>
              <a:buNone/>
            </a:pPr>
            <a:r>
              <a:rPr lang="en-US" sz="2000" b="1" strike="noStrike" spc="-1">
                <a:solidFill>
                  <a:srgbClr val="404040"/>
                </a:solidFill>
                <a:latin typeface="Constantia"/>
                <a:ea typeface="Arial Unicode MS"/>
              </a:rPr>
              <a:t>Ismoilov 710</a:t>
            </a:r>
            <a:endParaRPr lang="en-CA" sz="2000" b="0" strike="noStrike" spc="-1">
              <a:latin typeface="Arial"/>
            </a:endParaRPr>
          </a:p>
          <a:p>
            <a:pPr algn="ctr">
              <a:lnSpc>
                <a:spcPct val="100000"/>
              </a:lnSpc>
              <a:buNone/>
            </a:pPr>
            <a:endParaRPr lang="en-CA" sz="4800" b="0" strike="noStrike" spc="-1">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TextBox 1"/>
          <p:cNvSpPr/>
          <p:nvPr/>
        </p:nvSpPr>
        <p:spPr>
          <a:xfrm>
            <a:off x="907920" y="1872360"/>
            <a:ext cx="10576440" cy="363960"/>
          </a:xfrm>
          <a:prstGeom prst="rect">
            <a:avLst/>
          </a:prstGeom>
          <a:noFill/>
          <a:ln w="0">
            <a:noFill/>
          </a:ln>
        </p:spPr>
        <p:style>
          <a:lnRef idx="0">
            <a:srgbClr val="FFFFFF"/>
          </a:lnRef>
          <a:fillRef idx="0">
            <a:srgbClr val="FFFFFF"/>
          </a:fillRef>
          <a:effectRef idx="0">
            <a:srgbClr val="FFFFFF"/>
          </a:effectRef>
          <a:fontRef idx="minor"/>
        </p:style>
        <p:txBody>
          <a:bodyPr lIns="108000" tIns="45000" rIns="108000" bIns="45000" anchor="t">
            <a:spAutoFit/>
          </a:bodyPr>
          <a:lstStyle/>
          <a:p>
            <a:pPr>
              <a:lnSpc>
                <a:spcPct val="100000"/>
              </a:lnSpc>
              <a:buNone/>
            </a:pPr>
            <a:r>
              <a:rPr lang="en-US" sz="1800" b="0" strike="noStrike" spc="-1">
                <a:solidFill>
                  <a:srgbClr val="262626"/>
                </a:solidFill>
                <a:latin typeface="Constantia"/>
                <a:ea typeface="Arial Unicode MS"/>
              </a:rPr>
              <a:t>1. Annotatsiyaning qo'llanilishi
</a:t>
            </a:r>
            <a:endParaRPr lang="en-CA" sz="1800" b="0" strike="noStrike" spc="-1">
              <a:latin typeface="Arial"/>
            </a:endParaRPr>
          </a:p>
        </p:txBody>
      </p:sp>
      <p:sp>
        <p:nvSpPr>
          <p:cNvPr id="81" name="TextBox 2"/>
          <p:cNvSpPr/>
          <p:nvPr/>
        </p:nvSpPr>
        <p:spPr>
          <a:xfrm>
            <a:off x="907920" y="3433680"/>
            <a:ext cx="10576440" cy="363960"/>
          </a:xfrm>
          <a:prstGeom prst="rect">
            <a:avLst/>
          </a:prstGeom>
          <a:noFill/>
          <a:ln w="0">
            <a:noFill/>
          </a:ln>
        </p:spPr>
        <p:style>
          <a:lnRef idx="0">
            <a:srgbClr val="FFFFFF"/>
          </a:lnRef>
          <a:fillRef idx="0">
            <a:srgbClr val="FFFFFF"/>
          </a:fillRef>
          <a:effectRef idx="0">
            <a:srgbClr val="FFFFFF"/>
          </a:effectRef>
          <a:fontRef idx="minor"/>
        </p:style>
        <p:txBody>
          <a:bodyPr lIns="108000" tIns="45000" rIns="108000" bIns="45000" anchor="t">
            <a:spAutoFit/>
          </a:bodyPr>
          <a:lstStyle/>
          <a:p>
            <a:pPr>
              <a:lnSpc>
                <a:spcPct val="100000"/>
              </a:lnSpc>
              <a:buNone/>
            </a:pPr>
            <a:r>
              <a:rPr lang="en-US" sz="1800" b="0" strike="noStrike" spc="-1">
                <a:solidFill>
                  <a:srgbClr val="262626"/>
                </a:solidFill>
                <a:latin typeface="Constantia"/>
                <a:ea typeface="Arial Unicode MS"/>
              </a:rPr>
              <a:t>2. Annotatsiya vositalari va texnologiyalari
</a:t>
            </a:r>
            <a:endParaRPr lang="en-CA" sz="1800" b="0" strike="noStrike" spc="-1">
              <a:latin typeface="Arial"/>
            </a:endParaRPr>
          </a:p>
        </p:txBody>
      </p:sp>
      <p:sp>
        <p:nvSpPr>
          <p:cNvPr id="82" name="TextBox 3"/>
          <p:cNvSpPr/>
          <p:nvPr/>
        </p:nvSpPr>
        <p:spPr>
          <a:xfrm>
            <a:off x="907920" y="5009040"/>
            <a:ext cx="10889640" cy="363960"/>
          </a:xfrm>
          <a:prstGeom prst="rect">
            <a:avLst/>
          </a:prstGeom>
          <a:noFill/>
          <a:ln w="0">
            <a:noFill/>
          </a:ln>
        </p:spPr>
        <p:style>
          <a:lnRef idx="0">
            <a:srgbClr val="FFFFFF"/>
          </a:lnRef>
          <a:fillRef idx="0">
            <a:srgbClr val="FFFFFF"/>
          </a:fillRef>
          <a:effectRef idx="0">
            <a:srgbClr val="FFFFFF"/>
          </a:effectRef>
          <a:fontRef idx="minor"/>
        </p:style>
        <p:txBody>
          <a:bodyPr lIns="108000" tIns="45000" rIns="108000" bIns="45000" anchor="t">
            <a:spAutoFit/>
          </a:bodyPr>
          <a:lstStyle/>
          <a:p>
            <a:pPr>
              <a:lnSpc>
                <a:spcPct val="100000"/>
              </a:lnSpc>
              <a:buNone/>
            </a:pPr>
            <a:r>
              <a:rPr lang="en-US" sz="1800" b="0" strike="noStrike" spc="-1">
                <a:solidFill>
                  <a:srgbClr val="262626"/>
                </a:solidFill>
                <a:latin typeface="Constantia"/>
                <a:ea typeface="Arial Unicode MS"/>
              </a:rPr>
              <a:t>3. Annotatsiya turlari
</a:t>
            </a:r>
            <a:endParaRPr lang="en-CA" sz="1800" b="0" strike="noStrike" spc="-1">
              <a:latin typeface="Arial"/>
            </a:endParaRPr>
          </a:p>
        </p:txBody>
      </p:sp>
      <p:sp>
        <p:nvSpPr>
          <p:cNvPr id="83" name="TextBox 4"/>
          <p:cNvSpPr/>
          <p:nvPr/>
        </p:nvSpPr>
        <p:spPr>
          <a:xfrm>
            <a:off x="338400" y="271800"/>
            <a:ext cx="11758680" cy="5464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lstStyle/>
          <a:p>
            <a:pPr algn="ctr">
              <a:lnSpc>
                <a:spcPct val="100000"/>
              </a:lnSpc>
              <a:buNone/>
            </a:pPr>
            <a:r>
              <a:rPr lang="en-US" sz="3000" b="1" strike="noStrike" spc="-1">
                <a:solidFill>
                  <a:srgbClr val="000000"/>
                </a:solidFill>
                <a:latin typeface="Constantia"/>
                <a:ea typeface="Arial Unicode MS"/>
              </a:rPr>
              <a:t>Reja: </a:t>
            </a:r>
            <a:endParaRPr lang="en-CA" sz="3000" b="0" strike="noStrike" spc="-1">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PlaceHolder 1"/>
          <p:cNvSpPr>
            <a:spLocks noGrp="1"/>
          </p:cNvSpPr>
          <p:nvPr>
            <p:ph idx="4294967295"/>
          </p:nvPr>
        </p:nvSpPr>
        <p:spPr>
          <a:xfrm>
            <a:off x="619125" y="339725"/>
            <a:ext cx="11572875" cy="723900"/>
          </a:xfrm>
          <a:prstGeom prst="rect">
            <a:avLst/>
          </a:prstGeom>
          <a:noFill/>
          <a:ln w="0">
            <a:noFill/>
          </a:ln>
        </p:spPr>
        <p:txBody>
          <a:bodyPr lIns="90000" tIns="45000" rIns="90000" bIns="45000" anchor="ctr">
            <a:normAutofit/>
          </a:bodyPr>
          <a:lstStyle/>
          <a:p>
            <a:pPr algn="ctr">
              <a:lnSpc>
                <a:spcPct val="90000"/>
              </a:lnSpc>
              <a:spcBef>
                <a:spcPts val="1000"/>
              </a:spcBef>
              <a:buNone/>
              <a:tabLst>
                <a:tab pos="0" algn="l"/>
              </a:tabLst>
            </a:pPr>
            <a:r>
              <a:rPr lang="en-US" sz="3000" b="1" strike="noStrike" spc="-1">
                <a:solidFill>
                  <a:srgbClr val="404040"/>
                </a:solidFill>
                <a:latin typeface="Constantia"/>
                <a:ea typeface="Arial Unicode MS"/>
              </a:rPr>
              <a:t>Annotatsiyaning qo'llanilishi</a:t>
            </a:r>
            <a:endParaRPr lang="en-US" sz="3000" b="0" strike="noStrike" spc="-1">
              <a:solidFill>
                <a:srgbClr val="000000"/>
              </a:solidFill>
              <a:latin typeface="Arial"/>
            </a:endParaRPr>
          </a:p>
        </p:txBody>
      </p:sp>
      <p:sp>
        <p:nvSpPr>
          <p:cNvPr id="89" name="TextBox 47"/>
          <p:cNvSpPr/>
          <p:nvPr/>
        </p:nvSpPr>
        <p:spPr>
          <a:xfrm>
            <a:off x="756285" y="1826260"/>
            <a:ext cx="5600700" cy="1196340"/>
          </a:xfrm>
          <a:prstGeom prst="rect">
            <a:avLst/>
          </a:prstGeom>
          <a:noFill/>
          <a:ln w="0">
            <a:noFill/>
          </a:ln>
        </p:spPr>
        <p:style>
          <a:lnRef idx="0">
            <a:srgbClr val="FFFFFF"/>
          </a:lnRef>
          <a:fillRef idx="0">
            <a:srgbClr val="FFFFFF"/>
          </a:fillRef>
          <a:effectRef idx="0">
            <a:srgbClr val="FFFFFF"/>
          </a:effectRef>
          <a:fontRef idx="minor"/>
        </p:style>
        <p:txBody>
          <a:bodyPr wrap="square" lIns="90000" tIns="45000" rIns="90000" bIns="45000" anchor="t">
            <a:spAutoFit/>
          </a:bodyPr>
          <a:lstStyle/>
          <a:p>
            <a:pPr algn="ctr">
              <a:lnSpc>
                <a:spcPct val="100000"/>
              </a:lnSpc>
              <a:buNone/>
            </a:pPr>
            <a:r>
              <a:rPr lang="en-US" sz="1800" b="0" strike="noStrike" spc="-1">
                <a:solidFill>
                  <a:srgbClr val="404040"/>
                </a:solidFill>
                <a:latin typeface="Constantia"/>
                <a:ea typeface="Arial Unicode MS"/>
              </a:rPr>
              <a:t>Sun'iy yo'ldosh suratlari (masalan, Landsat 8) yoki xaritalar (OpenStreetMap)dagi elementlarni belgilab qo'yishni o'z ichiga oladi</a:t>
            </a:r>
          </a:p>
          <a:p>
            <a:pPr algn="ctr">
              <a:lnSpc>
                <a:spcPct val="100000"/>
              </a:lnSpc>
              <a:buNone/>
            </a:pPr>
            <a:endParaRPr lang="en-CA" sz="1800" b="0" strike="noStrike" spc="-1">
              <a:latin typeface="Arial"/>
            </a:endParaRPr>
          </a:p>
          <a:p>
            <a:pPr algn="ctr">
              <a:lnSpc>
                <a:spcPct val="100000"/>
              </a:lnSpc>
              <a:buNone/>
            </a:pPr>
            <a:r>
              <a:rPr lang="en-US" spc="-1">
                <a:solidFill>
                  <a:srgbClr val="404040"/>
                </a:solidFill>
                <a:latin typeface="Constantia"/>
                <a:ea typeface="Arial Unicode MS"/>
                <a:sym typeface="+mn-ea"/>
              </a:rPr>
              <a:t>Ijtimoiy media annotatsiyasi vazifalaridagi fikrlar tahlili turli tillar va shevalarda mahsulotlar (masalan, Twitterdagi iPhone 14 sharhlari) yoki brendlar (Yelpdagi Starbucks fikrlari) haqidagi fikrlarni tasniflashga qaratilgan</a:t>
            </a:r>
            <a:endParaRPr lang="en-CA" b="0" strike="noStrike" spc="-1">
              <a:latin typeface="Arial"/>
            </a:endParaRPr>
          </a:p>
          <a:p>
            <a:pPr algn="ctr">
              <a:lnSpc>
                <a:spcPct val="100000"/>
              </a:lnSpc>
              <a:buNone/>
            </a:pPr>
            <a:endParaRPr lang="en-CA" sz="1800" b="0" strike="noStrike" spc="-1">
              <a:latin typeface="Arial"/>
            </a:endParaRPr>
          </a:p>
        </p:txBody>
      </p:sp>
      <p:pic>
        <p:nvPicPr>
          <p:cNvPr id="90" name="Picture 89" descr="premium_photo-1700244449261-c2161b9e1efa.jpg"/>
          <p:cNvPicPr>
            <a:picLocks noChangeAspect="1"/>
          </p:cNvPicPr>
          <p:nvPr/>
        </p:nvPicPr>
        <p:blipFill>
          <a:blip r:embed="rId2"/>
          <a:stretch>
            <a:fillRect/>
          </a:stretch>
        </p:blipFill>
        <p:spPr>
          <a:xfrm>
            <a:off x="6400800" y="1828800"/>
            <a:ext cx="3154280" cy="47314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PlaceHolder 1"/>
          <p:cNvSpPr>
            <a:spLocks noGrp="1"/>
          </p:cNvSpPr>
          <p:nvPr>
            <p:ph idx="4294967295"/>
          </p:nvPr>
        </p:nvSpPr>
        <p:spPr>
          <a:xfrm>
            <a:off x="619125" y="339725"/>
            <a:ext cx="11572875" cy="723900"/>
          </a:xfrm>
          <a:prstGeom prst="rect">
            <a:avLst/>
          </a:prstGeom>
          <a:noFill/>
          <a:ln w="0">
            <a:noFill/>
          </a:ln>
        </p:spPr>
        <p:txBody>
          <a:bodyPr lIns="90000" tIns="45000" rIns="90000" bIns="45000" anchor="ctr">
            <a:normAutofit/>
          </a:bodyPr>
          <a:lstStyle/>
          <a:p>
            <a:pPr algn="ctr">
              <a:lnSpc>
                <a:spcPct val="90000"/>
              </a:lnSpc>
              <a:spcBef>
                <a:spcPts val="1000"/>
              </a:spcBef>
              <a:buNone/>
              <a:tabLst>
                <a:tab pos="0" algn="l"/>
              </a:tabLst>
            </a:pPr>
            <a:r>
              <a:rPr lang="en-US" sz="3000" b="1" strike="noStrike" spc="-1">
                <a:solidFill>
                  <a:srgbClr val="404040"/>
                </a:solidFill>
                <a:latin typeface="Constantia"/>
                <a:ea typeface="Arial Unicode MS"/>
              </a:rPr>
              <a:t>Annotatsiya asoslari</a:t>
            </a:r>
            <a:endParaRPr lang="en-US" sz="3000" b="0" strike="noStrike" spc="-1">
              <a:solidFill>
                <a:srgbClr val="000000"/>
              </a:solidFill>
              <a:latin typeface="Arial"/>
            </a:endParaRPr>
          </a:p>
        </p:txBody>
      </p:sp>
      <p:sp>
        <p:nvSpPr>
          <p:cNvPr id="89" name="TextBox 47"/>
          <p:cNvSpPr/>
          <p:nvPr/>
        </p:nvSpPr>
        <p:spPr>
          <a:xfrm>
            <a:off x="756285" y="1826260"/>
            <a:ext cx="5600700" cy="1196340"/>
          </a:xfrm>
          <a:prstGeom prst="rect">
            <a:avLst/>
          </a:prstGeom>
          <a:noFill/>
          <a:ln w="0">
            <a:noFill/>
          </a:ln>
        </p:spPr>
        <p:style>
          <a:lnRef idx="0">
            <a:srgbClr val="FFFFFF"/>
          </a:lnRef>
          <a:fillRef idx="0">
            <a:srgbClr val="FFFFFF"/>
          </a:fillRef>
          <a:effectRef idx="0">
            <a:srgbClr val="FFFFFF"/>
          </a:effectRef>
          <a:fontRef idx="minor"/>
        </p:style>
        <p:txBody>
          <a:bodyPr wrap="square" lIns="90000" tIns="45000" rIns="90000" bIns="45000" anchor="t">
            <a:spAutoFit/>
          </a:bodyPr>
          <a:lstStyle/>
          <a:p>
            <a:pPr algn="ctr">
              <a:lnSpc>
                <a:spcPct val="100000"/>
              </a:lnSpc>
              <a:buNone/>
            </a:pPr>
            <a:r>
              <a:rPr lang="en-US" sz="1800" b="0" strike="noStrike" spc="-1">
                <a:solidFill>
                  <a:srgbClr val="404040"/>
                </a:solidFill>
                <a:latin typeface="Constantia"/>
                <a:ea typeface="Arial Unicode MS"/>
              </a:rPr>
              <a:t>Annotatsiya loyihalari ma'lumotlar to'plamlari bo'yicha izchillikni ta'minlash uchun turli xil annotatsiya sxemalaridan (masalan, IOB, BIO) foydalanadi</a:t>
            </a:r>
          </a:p>
          <a:p>
            <a:pPr algn="ctr">
              <a:lnSpc>
                <a:spcPct val="100000"/>
              </a:lnSpc>
              <a:buNone/>
            </a:pPr>
            <a:endParaRPr lang="en-CA" sz="1800" b="0" strike="noStrike" spc="-1">
              <a:latin typeface="Arial"/>
            </a:endParaRPr>
          </a:p>
          <a:p>
            <a:pPr algn="ctr">
              <a:lnSpc>
                <a:spcPct val="100000"/>
              </a:lnSpc>
              <a:buNone/>
            </a:pPr>
            <a:r>
              <a:rPr lang="en-US" spc="-1">
                <a:solidFill>
                  <a:srgbClr val="404040"/>
                </a:solidFill>
                <a:latin typeface="Constantia"/>
                <a:ea typeface="Arial Unicode MS"/>
                <a:sym typeface="+mn-ea"/>
              </a:rPr>
              <a:t>Annotatsiya, Tabiiy Tilni Qayta Ishlash (TTQI)dagi muhim qadam, matn ma'lumotlariga metama'lumotlarni – so'z turkum belgilari (masalan, Ot, Fe'l, Sifat) va Nomlangan Ob'ektlarni Aniqlash (NOA) belgilari (masalan, Shaxs, Joy, Tashkilot) – biriktirishni o'z ichiga oladi</a:t>
            </a:r>
            <a:endParaRPr lang="en-CA" b="0" strike="noStrike" spc="-1">
              <a:latin typeface="Arial"/>
            </a:endParaRPr>
          </a:p>
          <a:p>
            <a:pPr algn="ctr">
              <a:lnSpc>
                <a:spcPct val="100000"/>
              </a:lnSpc>
              <a:buNone/>
            </a:pPr>
            <a:endParaRPr lang="en-CA" sz="1800" b="0" strike="noStrike" spc="-1">
              <a:latin typeface="Arial"/>
            </a:endParaRPr>
          </a:p>
        </p:txBody>
      </p:sp>
      <p:pic>
        <p:nvPicPr>
          <p:cNvPr id="90" name="Picture 89" descr="premium_photo-1666557390408-54d218815a4d.jpg"/>
          <p:cNvPicPr>
            <a:picLocks noChangeAspect="1"/>
          </p:cNvPicPr>
          <p:nvPr/>
        </p:nvPicPr>
        <p:blipFill>
          <a:blip r:embed="rId2"/>
          <a:stretch>
            <a:fillRect/>
          </a:stretch>
        </p:blipFill>
        <p:spPr>
          <a:xfrm>
            <a:off x="6400800" y="1828800"/>
            <a:ext cx="3154280" cy="47314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PlaceHolder 1"/>
          <p:cNvSpPr>
            <a:spLocks noGrp="1"/>
          </p:cNvSpPr>
          <p:nvPr>
            <p:ph idx="4294967295"/>
          </p:nvPr>
        </p:nvSpPr>
        <p:spPr>
          <a:xfrm>
            <a:off x="619125" y="339725"/>
            <a:ext cx="11572875" cy="723900"/>
          </a:xfrm>
          <a:prstGeom prst="rect">
            <a:avLst/>
          </a:prstGeom>
          <a:noFill/>
          <a:ln w="0">
            <a:noFill/>
          </a:ln>
        </p:spPr>
        <p:txBody>
          <a:bodyPr lIns="90000" tIns="45000" rIns="90000" bIns="45000" anchor="ctr">
            <a:normAutofit/>
          </a:bodyPr>
          <a:lstStyle/>
          <a:p>
            <a:pPr algn="ctr">
              <a:lnSpc>
                <a:spcPct val="90000"/>
              </a:lnSpc>
              <a:spcBef>
                <a:spcPts val="1000"/>
              </a:spcBef>
              <a:buNone/>
              <a:tabLst>
                <a:tab pos="0" algn="l"/>
              </a:tabLst>
            </a:pPr>
            <a:r>
              <a:rPr lang="en-US" sz="3000" b="1" strike="noStrike" spc="-1">
                <a:solidFill>
                  <a:srgbClr val="404040"/>
                </a:solidFill>
                <a:latin typeface="Constantia"/>
                <a:ea typeface="Arial Unicode MS"/>
              </a:rPr>
              <a:t>Annotatsiya turlari</a:t>
            </a:r>
            <a:endParaRPr lang="en-US" sz="3000" b="0" strike="noStrike" spc="-1">
              <a:solidFill>
                <a:srgbClr val="000000"/>
              </a:solidFill>
              <a:latin typeface="Arial"/>
            </a:endParaRPr>
          </a:p>
        </p:txBody>
      </p:sp>
      <p:sp>
        <p:nvSpPr>
          <p:cNvPr id="89" name="TextBox 47"/>
          <p:cNvSpPr/>
          <p:nvPr/>
        </p:nvSpPr>
        <p:spPr>
          <a:xfrm>
            <a:off x="756285" y="1826260"/>
            <a:ext cx="5600700" cy="1196340"/>
          </a:xfrm>
          <a:prstGeom prst="rect">
            <a:avLst/>
          </a:prstGeom>
          <a:noFill/>
          <a:ln w="0">
            <a:noFill/>
          </a:ln>
        </p:spPr>
        <p:style>
          <a:lnRef idx="0">
            <a:srgbClr val="FFFFFF"/>
          </a:lnRef>
          <a:fillRef idx="0">
            <a:srgbClr val="FFFFFF"/>
          </a:fillRef>
          <a:effectRef idx="0">
            <a:srgbClr val="FFFFFF"/>
          </a:effectRef>
          <a:fontRef idx="minor"/>
        </p:style>
        <p:txBody>
          <a:bodyPr wrap="square" lIns="90000" tIns="45000" rIns="90000" bIns="45000" anchor="t">
            <a:spAutoFit/>
          </a:bodyPr>
          <a:lstStyle/>
          <a:p>
            <a:pPr algn="ctr">
              <a:lnSpc>
                <a:spcPct val="100000"/>
              </a:lnSpc>
              <a:buNone/>
            </a:pPr>
            <a:r>
              <a:rPr lang="en-US" sz="1800" b="0" strike="noStrike" spc="-1">
                <a:solidFill>
                  <a:srgbClr val="404040"/>
                </a:solidFill>
                <a:latin typeface="Constantia"/>
                <a:ea typeface="Arial Unicode MS"/>
              </a:rPr>
              <a:t>Tilga oid izohlar:  Stanford CoreNLP, spaCy yoki NLTK kutubxonalari "Tez qo'ng'ir tulki dangasa itdan sakrab o'tadi" kabi jumlalardagi so'z turkumlarini (ot, fe'l, sifat) aniqlaydi</a:t>
            </a:r>
          </a:p>
          <a:p>
            <a:pPr algn="ctr">
              <a:lnSpc>
                <a:spcPct val="100000"/>
              </a:lnSpc>
              <a:buNone/>
            </a:pPr>
            <a:endParaRPr lang="en-CA" sz="1800" b="0" strike="noStrike" spc="-1">
              <a:latin typeface="Arial"/>
            </a:endParaRPr>
          </a:p>
          <a:p>
            <a:pPr algn="ctr">
              <a:lnSpc>
                <a:spcPct val="100000"/>
              </a:lnSpc>
              <a:buNone/>
            </a:pPr>
            <a:r>
              <a:rPr lang="en-US" spc="-1">
                <a:solidFill>
                  <a:srgbClr val="404040"/>
                </a:solidFill>
                <a:latin typeface="Constantia"/>
                <a:ea typeface="Arial Unicode MS"/>
                <a:sym typeface="+mn-ea"/>
              </a:rPr>
              <a:t>Biotibbiy annotatsiyalar: ProMiner va MetaMap kabi vositalar yordamida ilmiy nashrlardan genlar (masalan, BRCA1, TP53) va oqsillar nomlari aniqlanadi. Kasallik yoki simptom nomlari (masalan, Altsgeymer kasalligi, saraton) maxsus ontologiyalarni (masalan, UMLS, SNOMED CT) talab qiladi</a:t>
            </a:r>
            <a:endParaRPr lang="en-CA" b="0" strike="noStrike" spc="-1">
              <a:latin typeface="Arial"/>
            </a:endParaRPr>
          </a:p>
          <a:p>
            <a:pPr algn="ctr">
              <a:lnSpc>
                <a:spcPct val="100000"/>
              </a:lnSpc>
              <a:buNone/>
            </a:pPr>
            <a:endParaRPr lang="en-CA" sz="1800" b="0" strike="noStrike" spc="-1">
              <a:latin typeface="Arial"/>
            </a:endParaRPr>
          </a:p>
        </p:txBody>
      </p:sp>
      <p:pic>
        <p:nvPicPr>
          <p:cNvPr id="93" name="Picture 92" descr="premium_photo-1725296624057-d723d163943e.jpg"/>
          <p:cNvPicPr>
            <a:picLocks noChangeAspect="1"/>
          </p:cNvPicPr>
          <p:nvPr/>
        </p:nvPicPr>
        <p:blipFill>
          <a:blip r:embed="rId2"/>
          <a:stretch>
            <a:fillRect/>
          </a:stretch>
        </p:blipFill>
        <p:spPr>
          <a:xfrm>
            <a:off x="6400800" y="1828800"/>
            <a:ext cx="5080000" cy="338666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PlaceHolder 1"/>
          <p:cNvSpPr>
            <a:spLocks noGrp="1"/>
          </p:cNvSpPr>
          <p:nvPr>
            <p:ph idx="4294967295"/>
          </p:nvPr>
        </p:nvSpPr>
        <p:spPr>
          <a:xfrm>
            <a:off x="619125" y="339725"/>
            <a:ext cx="11572875" cy="723900"/>
          </a:xfrm>
          <a:prstGeom prst="rect">
            <a:avLst/>
          </a:prstGeom>
          <a:noFill/>
          <a:ln w="0">
            <a:noFill/>
          </a:ln>
        </p:spPr>
        <p:txBody>
          <a:bodyPr lIns="90000" tIns="45000" rIns="90000" bIns="45000" anchor="ctr">
            <a:normAutofit/>
          </a:bodyPr>
          <a:lstStyle/>
          <a:p>
            <a:pPr algn="ctr">
              <a:lnSpc>
                <a:spcPct val="90000"/>
              </a:lnSpc>
              <a:spcBef>
                <a:spcPts val="1000"/>
              </a:spcBef>
              <a:buNone/>
              <a:tabLst>
                <a:tab pos="0" algn="l"/>
              </a:tabLst>
            </a:pPr>
            <a:r>
              <a:rPr lang="en-US" sz="3000" b="1" strike="noStrike" spc="-1">
                <a:solidFill>
                  <a:srgbClr val="404040"/>
                </a:solidFill>
                <a:latin typeface="Constantia"/>
                <a:ea typeface="Arial Unicode MS"/>
              </a:rPr>
              <a:t>Annotatsiya vositalari va dasturlari</a:t>
            </a:r>
            <a:endParaRPr lang="en-US" sz="3000" b="0" strike="noStrike" spc="-1">
              <a:solidFill>
                <a:srgbClr val="000000"/>
              </a:solidFill>
              <a:latin typeface="Arial"/>
            </a:endParaRPr>
          </a:p>
        </p:txBody>
      </p:sp>
      <p:sp>
        <p:nvSpPr>
          <p:cNvPr id="89" name="TextBox 47"/>
          <p:cNvSpPr/>
          <p:nvPr/>
        </p:nvSpPr>
        <p:spPr>
          <a:xfrm>
            <a:off x="756285" y="1826260"/>
            <a:ext cx="5600700" cy="1196340"/>
          </a:xfrm>
          <a:prstGeom prst="rect">
            <a:avLst/>
          </a:prstGeom>
          <a:noFill/>
          <a:ln w="0">
            <a:noFill/>
          </a:ln>
        </p:spPr>
        <p:style>
          <a:lnRef idx="0">
            <a:srgbClr val="FFFFFF"/>
          </a:lnRef>
          <a:fillRef idx="0">
            <a:srgbClr val="FFFFFF"/>
          </a:fillRef>
          <a:effectRef idx="0">
            <a:srgbClr val="FFFFFF"/>
          </a:effectRef>
          <a:fontRef idx="minor"/>
        </p:style>
        <p:txBody>
          <a:bodyPr wrap="square" lIns="90000" tIns="45000" rIns="90000" bIns="45000" anchor="t">
            <a:spAutoFit/>
          </a:bodyPr>
          <a:lstStyle/>
          <a:p>
            <a:pPr algn="ctr">
              <a:lnSpc>
                <a:spcPct val="100000"/>
              </a:lnSpc>
              <a:buNone/>
            </a:pPr>
            <a:r>
              <a:rPr lang="en-US" sz="1800" b="0" strike="noStrike" spc="-1">
                <a:solidFill>
                  <a:srgbClr val="404040"/>
                </a:solidFill>
                <a:latin typeface="Constantia"/>
                <a:ea typeface="Arial Unicode MS"/>
              </a:rPr>
              <a:t>ProQuest (sifat tadqiqotlari uchun) kabi tijoriy yechimlar loyihalar va guruhlar bo'yicha hamkorlikda izohlash va ma'lumotlarni boshqarish uchun ilg'or funksiyalarni, ko'pincha versiya nazorati va foydalanuvchi ruxsatlarini (masalan, ma'lum izohlarga kirishni cheklash) taqdim etadi</a:t>
            </a:r>
          </a:p>
          <a:p>
            <a:pPr algn="ctr">
              <a:lnSpc>
                <a:spcPct val="100000"/>
              </a:lnSpc>
              <a:buNone/>
            </a:pPr>
            <a:endParaRPr lang="en-CA" sz="1800" b="0" strike="noStrike" spc="-1">
              <a:latin typeface="Arial"/>
            </a:endParaRPr>
          </a:p>
          <a:p>
            <a:pPr algn="ctr">
              <a:lnSpc>
                <a:spcPct val="100000"/>
              </a:lnSpc>
              <a:buNone/>
            </a:pPr>
            <a:r>
              <a:rPr lang="en-US" spc="-1">
                <a:solidFill>
                  <a:srgbClr val="404040"/>
                </a:solidFill>
                <a:latin typeface="Constantia"/>
                <a:ea typeface="Arial Unicode MS"/>
                <a:sym typeface="+mn-ea"/>
              </a:rPr>
              <a:t/>
            </a:r>
            <a:endParaRPr lang="en-CA" b="0" strike="noStrike" spc="-1">
              <a:latin typeface="Arial"/>
            </a:endParaRPr>
          </a:p>
          <a:p>
            <a:pPr algn="ctr">
              <a:lnSpc>
                <a:spcPct val="100000"/>
              </a:lnSpc>
              <a:buNone/>
            </a:pPr>
            <a:endParaRPr lang="en-CA" sz="1800" b="0" strike="noStrike" spc="-1">
              <a:latin typeface="Arial"/>
            </a:endParaRPr>
          </a:p>
        </p:txBody>
      </p:sp>
      <p:pic>
        <p:nvPicPr>
          <p:cNvPr id="97" name="Picture 96" descr="premium_photo-1725519168211-21b44e40b3e4.jpg"/>
          <p:cNvPicPr>
            <a:picLocks noChangeAspect="1"/>
          </p:cNvPicPr>
          <p:nvPr/>
        </p:nvPicPr>
        <p:blipFill>
          <a:blip r:embed="rId2"/>
          <a:stretch>
            <a:fillRect/>
          </a:stretch>
        </p:blipFill>
        <p:spPr>
          <a:xfrm>
            <a:off x="6400800" y="1828800"/>
            <a:ext cx="5080000" cy="338196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PlaceHolder 1"/>
          <p:cNvSpPr>
            <a:spLocks noGrp="1"/>
          </p:cNvSpPr>
          <p:nvPr>
            <p:ph idx="4294967295"/>
          </p:nvPr>
        </p:nvSpPr>
        <p:spPr>
          <a:xfrm>
            <a:off x="619125" y="339725"/>
            <a:ext cx="11572875" cy="723900"/>
          </a:xfrm>
          <a:prstGeom prst="rect">
            <a:avLst/>
          </a:prstGeom>
          <a:noFill/>
          <a:ln w="0">
            <a:noFill/>
          </a:ln>
        </p:spPr>
        <p:txBody>
          <a:bodyPr lIns="90000" tIns="45000" rIns="90000" bIns="45000" anchor="ctr">
            <a:normAutofit/>
          </a:bodyPr>
          <a:lstStyle/>
          <a:p>
            <a:pPr algn="ctr">
              <a:lnSpc>
                <a:spcPct val="90000"/>
              </a:lnSpc>
              <a:spcBef>
                <a:spcPts val="1000"/>
              </a:spcBef>
              <a:buNone/>
              <a:tabLst>
                <a:tab pos="0" algn="l"/>
              </a:tabLst>
            </a:pPr>
            <a:r>
              <a:rPr lang="en-US" sz="3000" b="1" strike="noStrike" spc="-1">
                <a:solidFill>
                  <a:srgbClr val="404040"/>
                </a:solidFill>
                <a:latin typeface="Constantia"/>
                <a:ea typeface="Arial Unicode MS"/>
              </a:rPr>
              <a:t>Annotatsiya qiyinchiliklari va kelajagi</a:t>
            </a:r>
            <a:endParaRPr lang="en-US" sz="3000" b="0" strike="noStrike" spc="-1">
              <a:solidFill>
                <a:srgbClr val="000000"/>
              </a:solidFill>
              <a:latin typeface="Arial"/>
            </a:endParaRPr>
          </a:p>
        </p:txBody>
      </p:sp>
      <p:sp>
        <p:nvSpPr>
          <p:cNvPr id="89" name="TextBox 47"/>
          <p:cNvSpPr/>
          <p:nvPr/>
        </p:nvSpPr>
        <p:spPr>
          <a:xfrm>
            <a:off x="756285" y="1826260"/>
            <a:ext cx="5600700" cy="1196340"/>
          </a:xfrm>
          <a:prstGeom prst="rect">
            <a:avLst/>
          </a:prstGeom>
          <a:noFill/>
          <a:ln w="0">
            <a:noFill/>
          </a:ln>
        </p:spPr>
        <p:style>
          <a:lnRef idx="0">
            <a:srgbClr val="FFFFFF"/>
          </a:lnRef>
          <a:fillRef idx="0">
            <a:srgbClr val="FFFFFF"/>
          </a:fillRef>
          <a:effectRef idx="0">
            <a:srgbClr val="FFFFFF"/>
          </a:effectRef>
          <a:fontRef idx="minor"/>
        </p:style>
        <p:txBody>
          <a:bodyPr wrap="square" lIns="90000" tIns="45000" rIns="90000" bIns="45000" anchor="t">
            <a:spAutoFit/>
          </a:bodyPr>
          <a:lstStyle/>
          <a:p>
            <a:pPr algn="ctr">
              <a:lnSpc>
                <a:spcPct val="100000"/>
              </a:lnSpc>
              <a:buNone/>
            </a:pPr>
            <a:r>
              <a:rPr lang="en-US" sz="1800" b="0" strike="noStrike" spc="-1">
                <a:solidFill>
                  <a:srgbClr val="404040"/>
                </a:solidFill>
                <a:latin typeface="Constantia"/>
                <a:ea typeface="Arial Unicode MS"/>
              </a:rPr>
              <a:t>Kelajak 3: GPT-3 kabi katta til modellari yordamida yarim nazoratli va kuchsiz nazoratli o'rganishdagi yutuqlar, tasvirga izoh yozish, his-tuyg'ularni tahlil qilish va turli geografik hududlarda (masalan, Yevropa, Osiyo) mavzu bog'lash vazifalari uchun belgilash yukini taxminan 70% ga kamaytiradi.</a:t>
            </a:r>
          </a:p>
          <a:p>
            <a:pPr algn="ctr">
              <a:lnSpc>
                <a:spcPct val="100000"/>
              </a:lnSpc>
              <a:buNone/>
            </a:pPr>
            <a:endParaRPr lang="en-CA" sz="1800" b="0" strike="noStrike" spc="-1">
              <a:latin typeface="Arial"/>
            </a:endParaRPr>
          </a:p>
          <a:p>
            <a:pPr algn="ctr">
              <a:lnSpc>
                <a:spcPct val="100000"/>
              </a:lnSpc>
              <a:buNone/>
            </a:pPr>
            <a:r>
              <a:rPr lang="en-US" spc="-1">
                <a:solidFill>
                  <a:srgbClr val="404040"/>
                </a:solidFill>
                <a:latin typeface="Constantia"/>
                <a:ea typeface="Arial Unicode MS"/>
                <a:sym typeface="+mn-ea"/>
              </a:rPr>
              <a:t>Kamchiligi 1: Kam resursli tillar (masalan, suahili, kechua) uchun ma'lumotlar yetishmasligi mustahkam NLP modellari rivojlanishiga to'sqinlik qiladi; 100</a:t>
            </a:r>
            <a:endParaRPr lang="en-CA" b="0" strike="noStrike" spc="-1">
              <a:latin typeface="Arial"/>
            </a:endParaRPr>
          </a:p>
          <a:p>
            <a:pPr algn="ctr">
              <a:lnSpc>
                <a:spcPct val="100000"/>
              </a:lnSpc>
              <a:buNone/>
            </a:pPr>
            <a:endParaRPr lang="en-CA" sz="1800" b="0" strike="noStrike" spc="-1">
              <a:latin typeface="Arial"/>
            </a:endParaRPr>
          </a:p>
        </p:txBody>
      </p:sp>
      <p:pic>
        <p:nvPicPr>
          <p:cNvPr id="101" name="Picture 100" descr="premium_photo-1664281937597-49a49e782f5b.jpg"/>
          <p:cNvPicPr>
            <a:picLocks noChangeAspect="1"/>
          </p:cNvPicPr>
          <p:nvPr/>
        </p:nvPicPr>
        <p:blipFill>
          <a:blip r:embed="rId2"/>
          <a:stretch>
            <a:fillRect/>
          </a:stretch>
        </p:blipFill>
        <p:spPr>
          <a:xfrm>
            <a:off x="6400800" y="1828800"/>
            <a:ext cx="5080000" cy="33913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PlaceHolder 1"/>
          <p:cNvSpPr>
            <a:spLocks noGrp="1"/>
          </p:cNvSpPr>
          <p:nvPr>
            <p:ph idx="4294967295"/>
          </p:nvPr>
        </p:nvSpPr>
        <p:spPr>
          <a:xfrm>
            <a:off x="0" y="339725"/>
            <a:ext cx="11658600" cy="723900"/>
          </a:xfrm>
          <a:prstGeom prst="rect">
            <a:avLst/>
          </a:prstGeom>
          <a:noFill/>
          <a:ln w="0">
            <a:noFill/>
          </a:ln>
        </p:spPr>
        <p:txBody>
          <a:bodyPr lIns="90000" tIns="45000" rIns="90000" bIns="45000" anchor="ctr">
            <a:normAutofit/>
          </a:bodyPr>
          <a:lstStyle/>
          <a:p>
            <a:pPr algn="ctr">
              <a:lnSpc>
                <a:spcPct val="90000"/>
              </a:lnSpc>
              <a:spcBef>
                <a:spcPts val="1000"/>
              </a:spcBef>
              <a:buNone/>
              <a:tabLst>
                <a:tab pos="0" algn="l"/>
              </a:tabLst>
            </a:pPr>
            <a:r>
              <a:rPr lang="en-US" sz="3000" b="1" strike="noStrike" spc="-1">
                <a:solidFill>
                  <a:srgbClr val="404040"/>
                </a:solidFill>
                <a:latin typeface="Constantia"/>
                <a:ea typeface="Arial Unicode MS"/>
              </a:rPr>
              <a:t>Annotatsiya ish jarayoni va eng yaxshi amaliyotlar</a:t>
            </a:r>
            <a:endParaRPr lang="en-US" sz="3000" b="0" strike="noStrike" spc="-1">
              <a:solidFill>
                <a:srgbClr val="000000"/>
              </a:solidFill>
              <a:latin typeface="Arial"/>
            </a:endParaRPr>
          </a:p>
        </p:txBody>
      </p:sp>
      <p:sp>
        <p:nvSpPr>
          <p:cNvPr id="89" name="TextBox 47"/>
          <p:cNvSpPr/>
          <p:nvPr/>
        </p:nvSpPr>
        <p:spPr>
          <a:xfrm>
            <a:off x="756285" y="1826260"/>
            <a:ext cx="5600700" cy="1196340"/>
          </a:xfrm>
          <a:prstGeom prst="rect">
            <a:avLst/>
          </a:prstGeom>
          <a:noFill/>
          <a:ln w="0">
            <a:noFill/>
          </a:ln>
        </p:spPr>
        <p:style>
          <a:lnRef idx="0">
            <a:srgbClr val="FFFFFF"/>
          </a:lnRef>
          <a:fillRef idx="0">
            <a:srgbClr val="FFFFFF"/>
          </a:fillRef>
          <a:effectRef idx="0">
            <a:srgbClr val="FFFFFF"/>
          </a:effectRef>
          <a:fontRef idx="minor"/>
        </p:style>
        <p:txBody>
          <a:bodyPr wrap="square" lIns="90000" tIns="45000" rIns="90000" bIns="45000" anchor="t">
            <a:spAutoFit/>
          </a:bodyPr>
          <a:lstStyle/>
          <a:p>
            <a:pPr algn="ctr">
              <a:lnSpc>
                <a:spcPct val="100000"/>
              </a:lnSpc>
              <a:buNone/>
            </a:pPr>
            <a:r>
              <a:rPr lang="en-US" sz="1800" b="0" strike="noStrike" spc="-1">
                <a:solidFill>
                  <a:srgbClr val="404040"/>
                </a:solidFill>
                <a:latin typeface="Constantia"/>
                <a:ea typeface="Arial Unicode MS"/>
              </a:rPr>
              <a:t>Annotatsiya bo'yicha aniq ko'rsatmalar (batafsil qo'llanma va misollar), muntazam mashg'ulotlar (20 dan ortiq stsenariylarni o'z ichiga olgan) va annotatorlar va ma'lumotshunoslar o'rtasidagi doimiy fikr almashish</a:t>
            </a:r>
          </a:p>
          <a:p>
            <a:pPr algn="ctr">
              <a:lnSpc>
                <a:spcPct val="100000"/>
              </a:lnSpc>
              <a:buNone/>
            </a:pPr>
            <a:endParaRPr lang="en-CA" sz="1800" b="0" strike="noStrike" spc="-1">
              <a:latin typeface="Arial"/>
            </a:endParaRPr>
          </a:p>
          <a:p>
            <a:pPr algn="ctr">
              <a:lnSpc>
                <a:spcPct val="100000"/>
              </a:lnSpc>
              <a:buNone/>
            </a:pPr>
            <a:r>
              <a:rPr lang="en-US" spc="-1">
                <a:solidFill>
                  <a:srgbClr val="404040"/>
                </a:solidFill>
                <a:latin typeface="Constantia"/>
                <a:ea typeface="Arial Unicode MS"/>
                <a:sym typeface="+mn-ea"/>
              </a:rPr>
              <a:t/>
            </a:r>
            <a:endParaRPr lang="en-CA" b="0" strike="noStrike" spc="-1">
              <a:latin typeface="Arial"/>
            </a:endParaRPr>
          </a:p>
          <a:p>
            <a:pPr algn="ctr">
              <a:lnSpc>
                <a:spcPct val="100000"/>
              </a:lnSpc>
              <a:buNone/>
            </a:pPr>
            <a:endParaRPr lang="en-CA" sz="1800" b="0" strike="noStrike" spc="-1">
              <a:latin typeface="Arial"/>
            </a:endParaRPr>
          </a:p>
        </p:txBody>
      </p:sp>
      <p:pic>
        <p:nvPicPr>
          <p:cNvPr id="105" name="Picture 104" descr="premium_photo-1664281095505-6b631bea83de.jpg"/>
          <p:cNvPicPr>
            <a:picLocks noChangeAspect="1"/>
          </p:cNvPicPr>
          <p:nvPr/>
        </p:nvPicPr>
        <p:blipFill>
          <a:blip r:embed="rId2"/>
          <a:stretch>
            <a:fillRect/>
          </a:stretch>
        </p:blipFill>
        <p:spPr>
          <a:xfrm>
            <a:off x="6400800" y="1828800"/>
            <a:ext cx="3154280" cy="472557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PlaceHolder 1"/>
          <p:cNvSpPr>
            <a:spLocks noGrp="1"/>
          </p:cNvSpPr>
          <p:nvPr>
            <p:ph idx="4294967295"/>
          </p:nvPr>
        </p:nvSpPr>
        <p:spPr>
          <a:xfrm>
            <a:off x="619125" y="339725"/>
            <a:ext cx="11572875" cy="723900"/>
          </a:xfrm>
          <a:prstGeom prst="rect">
            <a:avLst/>
          </a:prstGeom>
          <a:noFill/>
          <a:ln w="0">
            <a:noFill/>
          </a:ln>
        </p:spPr>
        <p:txBody>
          <a:bodyPr lIns="90000" tIns="45000" rIns="90000" bIns="45000" anchor="ctr">
            <a:normAutofit/>
          </a:bodyPr>
          <a:lstStyle/>
          <a:p>
            <a:pPr algn="ctr">
              <a:lnSpc>
                <a:spcPct val="90000"/>
              </a:lnSpc>
              <a:spcBef>
                <a:spcPts val="1000"/>
              </a:spcBef>
              <a:buNone/>
              <a:tabLst>
                <a:tab pos="0" algn="l"/>
              </a:tabLst>
            </a:pPr>
            <a:r>
              <a:rPr lang="en-US" sz="3000" b="1" strike="noStrike" spc="-1">
                <a:solidFill>
                  <a:srgbClr val="404040"/>
                </a:solidFill>
                <a:latin typeface="Constantia"/>
                <a:ea typeface="Arial Unicode MS"/>
              </a:rPr>
              <a:t>{{s_name_6}}</a:t>
            </a:r>
            <a:endParaRPr lang="en-US" sz="3000" b="0" strike="noStrike" spc="-1">
              <a:solidFill>
                <a:srgbClr val="000000"/>
              </a:solidFill>
              <a:latin typeface="Arial"/>
            </a:endParaRPr>
          </a:p>
        </p:txBody>
      </p:sp>
      <p:sp>
        <p:nvSpPr>
          <p:cNvPr id="89" name="TextBox 47"/>
          <p:cNvSpPr/>
          <p:nvPr/>
        </p:nvSpPr>
        <p:spPr>
          <a:xfrm>
            <a:off x="756285" y="1826260"/>
            <a:ext cx="5600700" cy="1196340"/>
          </a:xfrm>
          <a:prstGeom prst="rect">
            <a:avLst/>
          </a:prstGeom>
          <a:noFill/>
          <a:ln w="0">
            <a:noFill/>
          </a:ln>
        </p:spPr>
        <p:style>
          <a:lnRef idx="0">
            <a:srgbClr val="FFFFFF"/>
          </a:lnRef>
          <a:fillRef idx="0">
            <a:srgbClr val="FFFFFF"/>
          </a:fillRef>
          <a:effectRef idx="0">
            <a:srgbClr val="FFFFFF"/>
          </a:effectRef>
          <a:fontRef idx="minor"/>
        </p:style>
        <p:txBody>
          <a:bodyPr wrap="square" lIns="90000" tIns="45000" rIns="90000" bIns="45000" anchor="t">
            <a:spAutoFit/>
          </a:bodyPr>
          <a:lstStyle/>
          <a:p>
            <a:pPr algn="ctr">
              <a:lnSpc>
                <a:spcPct val="100000"/>
              </a:lnSpc>
              <a:buNone/>
            </a:pPr>
            <a:r>
              <a:rPr lang="en-US" sz="1800" b="0" strike="noStrike" spc="-1">
                <a:solidFill>
                  <a:srgbClr val="404040"/>
                </a:solidFill>
                <a:latin typeface="Constantia"/>
                <a:ea typeface="Arial Unicode MS"/>
              </a:rPr>
              <a:t>{{ d_6_0 }}</a:t>
            </a:r>
          </a:p>
          <a:p>
            <a:pPr algn="ctr">
              <a:lnSpc>
                <a:spcPct val="100000"/>
              </a:lnSpc>
              <a:buNone/>
            </a:pPr>
            <a:endParaRPr lang="en-CA" sz="1800" b="0" strike="noStrike" spc="-1">
              <a:latin typeface="Arial"/>
            </a:endParaRPr>
          </a:p>
          <a:p>
            <a:pPr algn="ctr">
              <a:lnSpc>
                <a:spcPct val="100000"/>
              </a:lnSpc>
              <a:buNone/>
            </a:pPr>
            <a:r>
              <a:rPr lang="en-US" spc="-1">
                <a:solidFill>
                  <a:srgbClr val="404040"/>
                </a:solidFill>
                <a:latin typeface="Constantia"/>
                <a:ea typeface="Arial Unicode MS"/>
                <a:sym typeface="+mn-ea"/>
              </a:rPr>
              <a:t>{{ d_6_1 }}</a:t>
            </a:r>
            <a:endParaRPr lang="en-CA" b="0" strike="noStrike" spc="-1">
              <a:latin typeface="Arial"/>
            </a:endParaRPr>
          </a:p>
          <a:p>
            <a:pPr algn="ctr">
              <a:lnSpc>
                <a:spcPct val="100000"/>
              </a:lnSpc>
              <a:buNone/>
            </a:pPr>
            <a:endParaRPr lang="en-CA" sz="1800" b="0" strike="noStrike" spc="-1">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PlaceHolder 1"/>
          <p:cNvSpPr>
            <a:spLocks noGrp="1"/>
          </p:cNvSpPr>
          <p:nvPr>
            <p:ph idx="4294967295"/>
          </p:nvPr>
        </p:nvSpPr>
        <p:spPr>
          <a:xfrm>
            <a:off x="619125" y="339725"/>
            <a:ext cx="11572875" cy="723900"/>
          </a:xfrm>
          <a:prstGeom prst="rect">
            <a:avLst/>
          </a:prstGeom>
          <a:noFill/>
          <a:ln w="0">
            <a:noFill/>
          </a:ln>
        </p:spPr>
        <p:txBody>
          <a:bodyPr lIns="90000" tIns="45000" rIns="90000" bIns="45000" anchor="ctr">
            <a:normAutofit/>
          </a:bodyPr>
          <a:lstStyle/>
          <a:p>
            <a:pPr algn="ctr">
              <a:lnSpc>
                <a:spcPct val="90000"/>
              </a:lnSpc>
              <a:spcBef>
                <a:spcPts val="1000"/>
              </a:spcBef>
              <a:buNone/>
              <a:tabLst>
                <a:tab pos="0" algn="l"/>
              </a:tabLst>
            </a:pPr>
            <a:r>
              <a:rPr lang="en-US" sz="3000" b="1" strike="noStrike" spc="-1">
                <a:solidFill>
                  <a:srgbClr val="404040"/>
                </a:solidFill>
                <a:latin typeface="Constantia"/>
                <a:ea typeface="Arial Unicode MS"/>
              </a:rPr>
              <a:t>{{s_name_7}}</a:t>
            </a:r>
            <a:endParaRPr lang="en-US" sz="3000" b="0" strike="noStrike" spc="-1">
              <a:solidFill>
                <a:srgbClr val="000000"/>
              </a:solidFill>
              <a:latin typeface="Arial"/>
            </a:endParaRPr>
          </a:p>
        </p:txBody>
      </p:sp>
      <p:sp>
        <p:nvSpPr>
          <p:cNvPr id="89" name="TextBox 47"/>
          <p:cNvSpPr/>
          <p:nvPr/>
        </p:nvSpPr>
        <p:spPr>
          <a:xfrm>
            <a:off x="756285" y="1826260"/>
            <a:ext cx="5600700" cy="1196340"/>
          </a:xfrm>
          <a:prstGeom prst="rect">
            <a:avLst/>
          </a:prstGeom>
          <a:noFill/>
          <a:ln w="0">
            <a:noFill/>
          </a:ln>
        </p:spPr>
        <p:style>
          <a:lnRef idx="0">
            <a:srgbClr val="FFFFFF"/>
          </a:lnRef>
          <a:fillRef idx="0">
            <a:srgbClr val="FFFFFF"/>
          </a:fillRef>
          <a:effectRef idx="0">
            <a:srgbClr val="FFFFFF"/>
          </a:effectRef>
          <a:fontRef idx="minor"/>
        </p:style>
        <p:txBody>
          <a:bodyPr wrap="square" lIns="90000" tIns="45000" rIns="90000" bIns="45000" anchor="t">
            <a:spAutoFit/>
          </a:bodyPr>
          <a:lstStyle/>
          <a:p>
            <a:pPr algn="ctr">
              <a:lnSpc>
                <a:spcPct val="100000"/>
              </a:lnSpc>
              <a:buNone/>
            </a:pPr>
            <a:r>
              <a:rPr lang="en-US" sz="1800" b="0" strike="noStrike" spc="-1">
                <a:solidFill>
                  <a:srgbClr val="404040"/>
                </a:solidFill>
                <a:latin typeface="Constantia"/>
                <a:ea typeface="Arial Unicode MS"/>
              </a:rPr>
              <a:t>{{ d_7_0 }}</a:t>
            </a:r>
          </a:p>
          <a:p>
            <a:pPr algn="ctr">
              <a:lnSpc>
                <a:spcPct val="100000"/>
              </a:lnSpc>
              <a:buNone/>
            </a:pPr>
            <a:endParaRPr lang="en-CA" sz="1800" b="0" strike="noStrike" spc="-1">
              <a:latin typeface="Arial"/>
            </a:endParaRPr>
          </a:p>
          <a:p>
            <a:pPr algn="ctr">
              <a:lnSpc>
                <a:spcPct val="100000"/>
              </a:lnSpc>
              <a:buNone/>
            </a:pPr>
            <a:r>
              <a:rPr lang="en-US" spc="-1">
                <a:solidFill>
                  <a:srgbClr val="404040"/>
                </a:solidFill>
                <a:latin typeface="Constantia"/>
                <a:ea typeface="Arial Unicode MS"/>
                <a:sym typeface="+mn-ea"/>
              </a:rPr>
              <a:t>{{ d_7_1 }}</a:t>
            </a:r>
            <a:endParaRPr lang="en-CA" b="0" strike="noStrike" spc="-1">
              <a:latin typeface="Arial"/>
            </a:endParaRPr>
          </a:p>
          <a:p>
            <a:pPr algn="ctr">
              <a:lnSpc>
                <a:spcPct val="100000"/>
              </a:lnSpc>
              <a:buNone/>
            </a:pPr>
            <a:endParaRPr lang="en-CA" sz="1800" b="0" strike="noStrike" spc="-1">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PlaceHolder 1"/>
          <p:cNvSpPr>
            <a:spLocks noGrp="1"/>
          </p:cNvSpPr>
          <p:nvPr>
            <p:ph idx="4294967295"/>
          </p:nvPr>
        </p:nvSpPr>
        <p:spPr>
          <a:xfrm>
            <a:off x="619125" y="339725"/>
            <a:ext cx="11572875" cy="723900"/>
          </a:xfrm>
          <a:prstGeom prst="rect">
            <a:avLst/>
          </a:prstGeom>
          <a:noFill/>
          <a:ln w="0">
            <a:noFill/>
          </a:ln>
        </p:spPr>
        <p:txBody>
          <a:bodyPr lIns="90000" tIns="45000" rIns="90000" bIns="45000" anchor="ctr">
            <a:normAutofit/>
          </a:bodyPr>
          <a:lstStyle/>
          <a:p>
            <a:pPr algn="ctr">
              <a:lnSpc>
                <a:spcPct val="90000"/>
              </a:lnSpc>
              <a:spcBef>
                <a:spcPts val="1000"/>
              </a:spcBef>
              <a:buNone/>
              <a:tabLst>
                <a:tab pos="0" algn="l"/>
              </a:tabLst>
            </a:pPr>
            <a:r>
              <a:rPr lang="en-US" sz="3000" b="1" strike="noStrike" spc="-1">
                <a:solidFill>
                  <a:srgbClr val="404040"/>
                </a:solidFill>
                <a:latin typeface="Constantia"/>
                <a:ea typeface="Arial Unicode MS"/>
              </a:rPr>
              <a:t>{{s_name_8}}</a:t>
            </a:r>
            <a:endParaRPr lang="en-US" sz="3000" b="0" strike="noStrike" spc="-1">
              <a:solidFill>
                <a:srgbClr val="000000"/>
              </a:solidFill>
              <a:latin typeface="Arial"/>
            </a:endParaRPr>
          </a:p>
        </p:txBody>
      </p:sp>
      <p:sp>
        <p:nvSpPr>
          <p:cNvPr id="89" name="TextBox 47"/>
          <p:cNvSpPr/>
          <p:nvPr/>
        </p:nvSpPr>
        <p:spPr>
          <a:xfrm>
            <a:off x="756285" y="1826260"/>
            <a:ext cx="5600700" cy="1196340"/>
          </a:xfrm>
          <a:prstGeom prst="rect">
            <a:avLst/>
          </a:prstGeom>
          <a:noFill/>
          <a:ln w="0">
            <a:noFill/>
          </a:ln>
        </p:spPr>
        <p:style>
          <a:lnRef idx="0">
            <a:srgbClr val="FFFFFF"/>
          </a:lnRef>
          <a:fillRef idx="0">
            <a:srgbClr val="FFFFFF"/>
          </a:fillRef>
          <a:effectRef idx="0">
            <a:srgbClr val="FFFFFF"/>
          </a:effectRef>
          <a:fontRef idx="minor"/>
        </p:style>
        <p:txBody>
          <a:bodyPr wrap="square" lIns="90000" tIns="45000" rIns="90000" bIns="45000" anchor="t">
            <a:spAutoFit/>
          </a:bodyPr>
          <a:lstStyle/>
          <a:p>
            <a:pPr algn="ctr">
              <a:lnSpc>
                <a:spcPct val="100000"/>
              </a:lnSpc>
              <a:buNone/>
            </a:pPr>
            <a:r>
              <a:rPr lang="en-US" sz="1800" b="0" strike="noStrike" spc="-1">
                <a:solidFill>
                  <a:srgbClr val="404040"/>
                </a:solidFill>
                <a:latin typeface="Constantia"/>
                <a:ea typeface="Arial Unicode MS"/>
              </a:rPr>
              <a:t>{{ d_8_0 }}</a:t>
            </a:r>
          </a:p>
          <a:p>
            <a:pPr algn="ctr">
              <a:lnSpc>
                <a:spcPct val="100000"/>
              </a:lnSpc>
              <a:buNone/>
            </a:pPr>
            <a:endParaRPr lang="en-CA" sz="1800" b="0" strike="noStrike" spc="-1">
              <a:latin typeface="Arial"/>
            </a:endParaRPr>
          </a:p>
          <a:p>
            <a:pPr algn="ctr">
              <a:lnSpc>
                <a:spcPct val="100000"/>
              </a:lnSpc>
              <a:buNone/>
            </a:pPr>
            <a:r>
              <a:rPr lang="en-US" spc="-1">
                <a:solidFill>
                  <a:srgbClr val="404040"/>
                </a:solidFill>
                <a:latin typeface="Constantia"/>
                <a:ea typeface="Arial Unicode MS"/>
                <a:sym typeface="+mn-ea"/>
              </a:rPr>
              <a:t>{{ d_8_1 }}</a:t>
            </a:r>
            <a:endParaRPr lang="en-CA" b="0" strike="noStrike" spc="-1">
              <a:latin typeface="Arial"/>
            </a:endParaRPr>
          </a:p>
          <a:p>
            <a:pPr algn="ctr">
              <a:lnSpc>
                <a:spcPct val="100000"/>
              </a:lnSpc>
              <a:buNone/>
            </a:pPr>
            <a:endParaRPr lang="en-CA" sz="1800" b="0" strike="noStrike" spc="-1">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PlaceHolder 1"/>
          <p:cNvSpPr>
            <a:spLocks noGrp="1"/>
          </p:cNvSpPr>
          <p:nvPr>
            <p:ph idx="4294967295"/>
          </p:nvPr>
        </p:nvSpPr>
        <p:spPr>
          <a:xfrm>
            <a:off x="619125" y="339725"/>
            <a:ext cx="11572875" cy="723900"/>
          </a:xfrm>
          <a:prstGeom prst="rect">
            <a:avLst/>
          </a:prstGeom>
          <a:noFill/>
          <a:ln w="0">
            <a:noFill/>
          </a:ln>
        </p:spPr>
        <p:txBody>
          <a:bodyPr lIns="90000" tIns="45000" rIns="90000" bIns="45000" anchor="ctr">
            <a:normAutofit/>
          </a:bodyPr>
          <a:lstStyle/>
          <a:p>
            <a:pPr algn="ctr">
              <a:lnSpc>
                <a:spcPct val="90000"/>
              </a:lnSpc>
              <a:spcBef>
                <a:spcPts val="1000"/>
              </a:spcBef>
              <a:buNone/>
              <a:tabLst>
                <a:tab pos="0" algn="l"/>
              </a:tabLst>
            </a:pPr>
            <a:r>
              <a:rPr lang="en-US" sz="3000" b="1" strike="noStrike" spc="-1">
                <a:solidFill>
                  <a:srgbClr val="404040"/>
                </a:solidFill>
                <a:latin typeface="Constantia"/>
                <a:ea typeface="Verdana"/>
              </a:rPr>
              <a:t>{{s_name_9}}</a:t>
            </a:r>
            <a:endParaRPr lang="en-US" sz="3000" b="0" strike="noStrike" spc="-1">
              <a:solidFill>
                <a:srgbClr val="000000"/>
              </a:solidFill>
              <a:latin typeface="Arial"/>
            </a:endParaRPr>
          </a:p>
        </p:txBody>
      </p:sp>
      <p:sp>
        <p:nvSpPr>
          <p:cNvPr id="89" name="TextBox 47"/>
          <p:cNvSpPr/>
          <p:nvPr/>
        </p:nvSpPr>
        <p:spPr>
          <a:xfrm>
            <a:off x="756285" y="1826260"/>
            <a:ext cx="5600700" cy="1196340"/>
          </a:xfrm>
          <a:prstGeom prst="rect">
            <a:avLst/>
          </a:prstGeom>
          <a:noFill/>
          <a:ln w="0">
            <a:noFill/>
          </a:ln>
        </p:spPr>
        <p:style>
          <a:lnRef idx="0">
            <a:srgbClr val="FFFFFF"/>
          </a:lnRef>
          <a:fillRef idx="0">
            <a:srgbClr val="FFFFFF"/>
          </a:fillRef>
          <a:effectRef idx="0">
            <a:srgbClr val="FFFFFF"/>
          </a:effectRef>
          <a:fontRef idx="minor"/>
        </p:style>
        <p:txBody>
          <a:bodyPr wrap="square" lIns="90000" tIns="45000" rIns="90000" bIns="45000" anchor="t">
            <a:spAutoFit/>
          </a:bodyPr>
          <a:lstStyle/>
          <a:p>
            <a:pPr algn="ctr">
              <a:lnSpc>
                <a:spcPct val="100000"/>
              </a:lnSpc>
              <a:buNone/>
            </a:pPr>
            <a:r>
              <a:rPr lang="en-US" sz="1800" b="0" strike="noStrike" spc="-1">
                <a:solidFill>
                  <a:srgbClr val="404040"/>
                </a:solidFill>
                <a:latin typeface="Constantia"/>
                <a:ea typeface="Arial Unicode MS"/>
              </a:rPr>
              <a:t>{{ d_9_0 }}</a:t>
            </a:r>
          </a:p>
          <a:p>
            <a:pPr algn="ctr">
              <a:lnSpc>
                <a:spcPct val="100000"/>
              </a:lnSpc>
              <a:buNone/>
            </a:pPr>
            <a:endParaRPr lang="en-CA" sz="1800" b="0" strike="noStrike" spc="-1">
              <a:latin typeface="Arial"/>
            </a:endParaRPr>
          </a:p>
          <a:p>
            <a:pPr algn="ctr">
              <a:lnSpc>
                <a:spcPct val="100000"/>
              </a:lnSpc>
              <a:buNone/>
            </a:pPr>
            <a:r>
              <a:rPr lang="en-US" spc="-1">
                <a:solidFill>
                  <a:srgbClr val="404040"/>
                </a:solidFill>
                <a:latin typeface="Constantia"/>
                <a:ea typeface="Arial Unicode MS"/>
                <a:sym typeface="+mn-ea"/>
              </a:rPr>
              <a:t>{{ d_9_1 }}</a:t>
            </a:r>
            <a:endParaRPr lang="en-CA" b="0" strike="noStrike" spc="-1">
              <a:latin typeface="Arial"/>
            </a:endParaRPr>
          </a:p>
          <a:p>
            <a:pPr algn="ctr">
              <a:lnSpc>
                <a:spcPct val="100000"/>
              </a:lnSpc>
              <a:buNone/>
            </a:pPr>
            <a:endParaRPr lang="en-CA" sz="1800" b="0" strike="noStrike" spc="-1">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PlaceHolder 1"/>
          <p:cNvSpPr>
            <a:spLocks noGrp="1"/>
          </p:cNvSpPr>
          <p:nvPr>
            <p:ph idx="4294967295"/>
          </p:nvPr>
        </p:nvSpPr>
        <p:spPr>
          <a:xfrm>
            <a:off x="619125" y="339725"/>
            <a:ext cx="11572875" cy="723900"/>
          </a:xfrm>
          <a:prstGeom prst="rect">
            <a:avLst/>
          </a:prstGeom>
          <a:noFill/>
          <a:ln w="0">
            <a:noFill/>
          </a:ln>
        </p:spPr>
        <p:txBody>
          <a:bodyPr lIns="90000" tIns="45000" rIns="90000" bIns="45000" anchor="ctr">
            <a:normAutofit/>
          </a:bodyPr>
          <a:lstStyle/>
          <a:p>
            <a:pPr algn="ctr">
              <a:lnSpc>
                <a:spcPct val="90000"/>
              </a:lnSpc>
              <a:spcBef>
                <a:spcPts val="1000"/>
              </a:spcBef>
              <a:buNone/>
              <a:tabLst>
                <a:tab pos="0" algn="l"/>
              </a:tabLst>
            </a:pPr>
            <a:r>
              <a:rPr lang="en-US" sz="3000" b="1" strike="noStrike" spc="-1">
                <a:solidFill>
                  <a:srgbClr val="404040"/>
                </a:solidFill>
                <a:latin typeface="Constantia"/>
                <a:ea typeface="Arial Unicode MS"/>
              </a:rPr>
              <a:t>{{s_name_10}}</a:t>
            </a:r>
            <a:endParaRPr lang="en-US" sz="3000" b="0" strike="noStrike" spc="-1">
              <a:solidFill>
                <a:srgbClr val="000000"/>
              </a:solidFill>
              <a:latin typeface="Arial"/>
            </a:endParaRPr>
          </a:p>
        </p:txBody>
      </p:sp>
      <p:sp>
        <p:nvSpPr>
          <p:cNvPr id="89" name="TextBox 47"/>
          <p:cNvSpPr/>
          <p:nvPr/>
        </p:nvSpPr>
        <p:spPr>
          <a:xfrm>
            <a:off x="756285" y="1826260"/>
            <a:ext cx="5600700" cy="1196340"/>
          </a:xfrm>
          <a:prstGeom prst="rect">
            <a:avLst/>
          </a:prstGeom>
          <a:noFill/>
          <a:ln w="0">
            <a:noFill/>
          </a:ln>
        </p:spPr>
        <p:style>
          <a:lnRef idx="0">
            <a:srgbClr val="FFFFFF"/>
          </a:lnRef>
          <a:fillRef idx="0">
            <a:srgbClr val="FFFFFF"/>
          </a:fillRef>
          <a:effectRef idx="0">
            <a:srgbClr val="FFFFFF"/>
          </a:effectRef>
          <a:fontRef idx="minor"/>
        </p:style>
        <p:txBody>
          <a:bodyPr wrap="square" lIns="90000" tIns="45000" rIns="90000" bIns="45000" anchor="t">
            <a:spAutoFit/>
          </a:bodyPr>
          <a:lstStyle/>
          <a:p>
            <a:pPr algn="ctr">
              <a:lnSpc>
                <a:spcPct val="100000"/>
              </a:lnSpc>
              <a:buNone/>
            </a:pPr>
            <a:r>
              <a:rPr lang="en-US" sz="1800" b="0" strike="noStrike" spc="-1">
                <a:solidFill>
                  <a:srgbClr val="404040"/>
                </a:solidFill>
                <a:latin typeface="Constantia"/>
                <a:ea typeface="Arial Unicode MS"/>
              </a:rPr>
              <a:t>{{ d_10_0 }}</a:t>
            </a:r>
          </a:p>
          <a:p>
            <a:pPr algn="ctr">
              <a:lnSpc>
                <a:spcPct val="100000"/>
              </a:lnSpc>
              <a:buNone/>
            </a:pPr>
            <a:endParaRPr lang="en-CA" sz="1800" b="0" strike="noStrike" spc="-1">
              <a:latin typeface="Arial"/>
            </a:endParaRPr>
          </a:p>
          <a:p>
            <a:pPr algn="ctr">
              <a:lnSpc>
                <a:spcPct val="100000"/>
              </a:lnSpc>
              <a:buNone/>
            </a:pPr>
            <a:r>
              <a:rPr lang="en-US" spc="-1">
                <a:solidFill>
                  <a:srgbClr val="404040"/>
                </a:solidFill>
                <a:latin typeface="Constantia"/>
                <a:ea typeface="Arial Unicode MS"/>
                <a:sym typeface="+mn-ea"/>
              </a:rPr>
              <a:t>{{ d_10_1 }}</a:t>
            </a:r>
            <a:endParaRPr lang="en-CA" b="0" strike="noStrike" spc="-1">
              <a:latin typeface="Arial"/>
            </a:endParaRPr>
          </a:p>
          <a:p>
            <a:pPr algn="ctr">
              <a:lnSpc>
                <a:spcPct val="100000"/>
              </a:lnSpc>
              <a:buNone/>
            </a:pPr>
            <a:endParaRPr lang="en-CA" sz="1800" b="0" strike="noStrike" spc="-1">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PlaceHolder 1"/>
          <p:cNvSpPr>
            <a:spLocks noGrp="1"/>
          </p:cNvSpPr>
          <p:nvPr>
            <p:ph idx="4294967295"/>
          </p:nvPr>
        </p:nvSpPr>
        <p:spPr>
          <a:xfrm>
            <a:off x="619125" y="339725"/>
            <a:ext cx="11572875" cy="723900"/>
          </a:xfrm>
          <a:prstGeom prst="rect">
            <a:avLst/>
          </a:prstGeom>
          <a:noFill/>
          <a:ln w="0">
            <a:noFill/>
          </a:ln>
        </p:spPr>
        <p:txBody>
          <a:bodyPr lIns="90000" tIns="45000" rIns="90000" bIns="45000" anchor="ctr">
            <a:normAutofit/>
          </a:bodyPr>
          <a:lstStyle/>
          <a:p>
            <a:pPr algn="ctr">
              <a:lnSpc>
                <a:spcPct val="90000"/>
              </a:lnSpc>
              <a:spcBef>
                <a:spcPts val="1000"/>
              </a:spcBef>
              <a:buNone/>
              <a:tabLst>
                <a:tab pos="0" algn="l"/>
              </a:tabLst>
            </a:pPr>
            <a:r>
              <a:rPr lang="en-US" sz="3000" b="1" strike="noStrike" spc="-1">
                <a:solidFill>
                  <a:srgbClr val="404040"/>
                </a:solidFill>
                <a:latin typeface="Constantia"/>
                <a:ea typeface="Arial Unicode MS"/>
              </a:rPr>
              <a:t>{{s_name_11}}</a:t>
            </a:r>
            <a:endParaRPr lang="en-US" sz="3000" b="0" strike="noStrike" spc="-1">
              <a:solidFill>
                <a:srgbClr val="000000"/>
              </a:solidFill>
              <a:latin typeface="Arial"/>
            </a:endParaRPr>
          </a:p>
        </p:txBody>
      </p:sp>
      <p:sp>
        <p:nvSpPr>
          <p:cNvPr id="89" name="TextBox 47"/>
          <p:cNvSpPr/>
          <p:nvPr/>
        </p:nvSpPr>
        <p:spPr>
          <a:xfrm>
            <a:off x="756285" y="1826260"/>
            <a:ext cx="5600700" cy="1196340"/>
          </a:xfrm>
          <a:prstGeom prst="rect">
            <a:avLst/>
          </a:prstGeom>
          <a:noFill/>
          <a:ln w="0">
            <a:noFill/>
          </a:ln>
        </p:spPr>
        <p:style>
          <a:lnRef idx="0">
            <a:srgbClr val="FFFFFF"/>
          </a:lnRef>
          <a:fillRef idx="0">
            <a:srgbClr val="FFFFFF"/>
          </a:fillRef>
          <a:effectRef idx="0">
            <a:srgbClr val="FFFFFF"/>
          </a:effectRef>
          <a:fontRef idx="minor"/>
        </p:style>
        <p:txBody>
          <a:bodyPr wrap="square" lIns="90000" tIns="45000" rIns="90000" bIns="45000" anchor="t">
            <a:spAutoFit/>
          </a:bodyPr>
          <a:lstStyle/>
          <a:p>
            <a:pPr algn="ctr">
              <a:lnSpc>
                <a:spcPct val="100000"/>
              </a:lnSpc>
              <a:buNone/>
            </a:pPr>
            <a:r>
              <a:rPr lang="en-US" sz="1800" b="0" strike="noStrike" spc="-1">
                <a:solidFill>
                  <a:srgbClr val="404040"/>
                </a:solidFill>
                <a:latin typeface="Constantia"/>
                <a:ea typeface="Arial Unicode MS"/>
              </a:rPr>
              <a:t>{{ d_11_0 }}</a:t>
            </a:r>
          </a:p>
          <a:p>
            <a:pPr algn="ctr">
              <a:lnSpc>
                <a:spcPct val="100000"/>
              </a:lnSpc>
              <a:buNone/>
            </a:pPr>
            <a:endParaRPr lang="en-CA" sz="1800" b="0" strike="noStrike" spc="-1">
              <a:latin typeface="Arial"/>
            </a:endParaRPr>
          </a:p>
          <a:p>
            <a:pPr algn="ctr">
              <a:lnSpc>
                <a:spcPct val="100000"/>
              </a:lnSpc>
              <a:buNone/>
            </a:pPr>
            <a:r>
              <a:rPr lang="en-US" spc="-1">
                <a:solidFill>
                  <a:srgbClr val="404040"/>
                </a:solidFill>
                <a:latin typeface="Constantia"/>
                <a:ea typeface="Arial Unicode MS"/>
                <a:sym typeface="+mn-ea"/>
              </a:rPr>
              <a:t>{{ d_11_1 }}</a:t>
            </a:r>
            <a:endParaRPr lang="en-CA" b="0" strike="noStrike" spc="-1">
              <a:latin typeface="Arial"/>
            </a:endParaRPr>
          </a:p>
          <a:p>
            <a:pPr algn="ctr">
              <a:lnSpc>
                <a:spcPct val="100000"/>
              </a:lnSpc>
              <a:buNone/>
            </a:pPr>
            <a:endParaRPr lang="en-CA" sz="1800" b="0" strike="noStrike" spc="-1">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PlaceHolder 1"/>
          <p:cNvSpPr>
            <a:spLocks noGrp="1"/>
          </p:cNvSpPr>
          <p:nvPr>
            <p:ph idx="4294967295"/>
          </p:nvPr>
        </p:nvSpPr>
        <p:spPr>
          <a:xfrm>
            <a:off x="619125" y="339725"/>
            <a:ext cx="11572875" cy="723900"/>
          </a:xfrm>
          <a:prstGeom prst="rect">
            <a:avLst/>
          </a:prstGeom>
          <a:noFill/>
          <a:ln w="0">
            <a:noFill/>
          </a:ln>
        </p:spPr>
        <p:txBody>
          <a:bodyPr lIns="90000" tIns="45000" rIns="90000" bIns="45000" anchor="ctr">
            <a:normAutofit/>
          </a:bodyPr>
          <a:lstStyle/>
          <a:p>
            <a:pPr algn="ctr">
              <a:lnSpc>
                <a:spcPct val="90000"/>
              </a:lnSpc>
              <a:spcBef>
                <a:spcPts val="1000"/>
              </a:spcBef>
              <a:buNone/>
              <a:tabLst>
                <a:tab pos="0" algn="l"/>
              </a:tabLst>
            </a:pPr>
            <a:r>
              <a:rPr lang="en-US" sz="3000" b="1" strike="noStrike" spc="-1">
                <a:solidFill>
                  <a:srgbClr val="404040"/>
                </a:solidFill>
                <a:latin typeface="Constantia"/>
                <a:ea typeface="Arial Unicode MS"/>
              </a:rPr>
              <a:t>{{s_name_12}}</a:t>
            </a:r>
            <a:endParaRPr lang="en-US" sz="3000" b="0" strike="noStrike" spc="-1">
              <a:solidFill>
                <a:srgbClr val="000000"/>
              </a:solidFill>
              <a:latin typeface="Arial"/>
            </a:endParaRPr>
          </a:p>
        </p:txBody>
      </p:sp>
      <p:sp>
        <p:nvSpPr>
          <p:cNvPr id="89" name="TextBox 47"/>
          <p:cNvSpPr/>
          <p:nvPr/>
        </p:nvSpPr>
        <p:spPr>
          <a:xfrm>
            <a:off x="756285" y="1826260"/>
            <a:ext cx="5600700" cy="1196340"/>
          </a:xfrm>
          <a:prstGeom prst="rect">
            <a:avLst/>
          </a:prstGeom>
          <a:noFill/>
          <a:ln w="0">
            <a:noFill/>
          </a:ln>
        </p:spPr>
        <p:style>
          <a:lnRef idx="0">
            <a:srgbClr val="FFFFFF"/>
          </a:lnRef>
          <a:fillRef idx="0">
            <a:srgbClr val="FFFFFF"/>
          </a:fillRef>
          <a:effectRef idx="0">
            <a:srgbClr val="FFFFFF"/>
          </a:effectRef>
          <a:fontRef idx="minor"/>
        </p:style>
        <p:txBody>
          <a:bodyPr wrap="square" lIns="90000" tIns="45000" rIns="90000" bIns="45000" anchor="t">
            <a:spAutoFit/>
          </a:bodyPr>
          <a:lstStyle/>
          <a:p>
            <a:pPr algn="ctr">
              <a:lnSpc>
                <a:spcPct val="100000"/>
              </a:lnSpc>
              <a:buNone/>
            </a:pPr>
            <a:r>
              <a:rPr lang="en-US" sz="1800" b="0" strike="noStrike" spc="-1">
                <a:solidFill>
                  <a:srgbClr val="404040"/>
                </a:solidFill>
                <a:latin typeface="Constantia"/>
                <a:ea typeface="Arial Unicode MS"/>
              </a:rPr>
              <a:t>{{ d_12_0 }}</a:t>
            </a:r>
          </a:p>
          <a:p>
            <a:pPr algn="ctr">
              <a:lnSpc>
                <a:spcPct val="100000"/>
              </a:lnSpc>
              <a:buNone/>
            </a:pPr>
            <a:endParaRPr lang="en-CA" sz="1800" b="0" strike="noStrike" spc="-1">
              <a:latin typeface="Arial"/>
            </a:endParaRPr>
          </a:p>
          <a:p>
            <a:pPr algn="ctr">
              <a:lnSpc>
                <a:spcPct val="100000"/>
              </a:lnSpc>
              <a:buNone/>
            </a:pPr>
            <a:r>
              <a:rPr lang="en-US" spc="-1">
                <a:solidFill>
                  <a:srgbClr val="404040"/>
                </a:solidFill>
                <a:latin typeface="Constantia"/>
                <a:ea typeface="Arial Unicode MS"/>
                <a:sym typeface="+mn-ea"/>
              </a:rPr>
              <a:t>{{ d_12_1 }}</a:t>
            </a:r>
            <a:endParaRPr lang="en-CA" b="0" strike="noStrike" spc="-1">
              <a:latin typeface="Arial"/>
            </a:endParaRPr>
          </a:p>
          <a:p>
            <a:pPr algn="ctr">
              <a:lnSpc>
                <a:spcPct val="100000"/>
              </a:lnSpc>
              <a:buNone/>
            </a:pPr>
            <a:endParaRPr lang="en-CA" sz="1800" b="0" strike="noStrike" spc="-1">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PlaceHolder 1"/>
          <p:cNvSpPr>
            <a:spLocks noGrp="1"/>
          </p:cNvSpPr>
          <p:nvPr>
            <p:ph idx="4294967295"/>
          </p:nvPr>
        </p:nvSpPr>
        <p:spPr>
          <a:xfrm>
            <a:off x="619125" y="339725"/>
            <a:ext cx="11572875" cy="723900"/>
          </a:xfrm>
          <a:prstGeom prst="rect">
            <a:avLst/>
          </a:prstGeom>
          <a:noFill/>
          <a:ln w="0">
            <a:noFill/>
          </a:ln>
        </p:spPr>
        <p:txBody>
          <a:bodyPr lIns="90000" tIns="45000" rIns="90000" bIns="45000" anchor="ctr">
            <a:normAutofit/>
          </a:bodyPr>
          <a:lstStyle/>
          <a:p>
            <a:pPr algn="ctr">
              <a:lnSpc>
                <a:spcPct val="90000"/>
              </a:lnSpc>
              <a:spcBef>
                <a:spcPts val="1000"/>
              </a:spcBef>
              <a:buNone/>
              <a:tabLst>
                <a:tab pos="0" algn="l"/>
              </a:tabLst>
            </a:pPr>
            <a:r>
              <a:rPr lang="en-US" sz="3000" b="1" strike="noStrike" spc="-1">
                <a:solidFill>
                  <a:srgbClr val="404040"/>
                </a:solidFill>
                <a:latin typeface="Constantia"/>
                <a:ea typeface="Arial Unicode MS"/>
              </a:rPr>
              <a:t>{{s_name_13}}</a:t>
            </a:r>
            <a:endParaRPr lang="en-US" sz="3000" b="0" strike="noStrike" spc="-1">
              <a:solidFill>
                <a:srgbClr val="000000"/>
              </a:solidFill>
              <a:latin typeface="Arial"/>
            </a:endParaRPr>
          </a:p>
        </p:txBody>
      </p:sp>
      <p:sp>
        <p:nvSpPr>
          <p:cNvPr id="89" name="TextBox 47"/>
          <p:cNvSpPr/>
          <p:nvPr/>
        </p:nvSpPr>
        <p:spPr>
          <a:xfrm>
            <a:off x="756285" y="1826260"/>
            <a:ext cx="5600700" cy="1196340"/>
          </a:xfrm>
          <a:prstGeom prst="rect">
            <a:avLst/>
          </a:prstGeom>
          <a:noFill/>
          <a:ln w="0">
            <a:noFill/>
          </a:ln>
        </p:spPr>
        <p:style>
          <a:lnRef idx="0">
            <a:srgbClr val="FFFFFF"/>
          </a:lnRef>
          <a:fillRef idx="0">
            <a:srgbClr val="FFFFFF"/>
          </a:fillRef>
          <a:effectRef idx="0">
            <a:srgbClr val="FFFFFF"/>
          </a:effectRef>
          <a:fontRef idx="minor"/>
        </p:style>
        <p:txBody>
          <a:bodyPr wrap="square" lIns="90000" tIns="45000" rIns="90000" bIns="45000" anchor="t">
            <a:spAutoFit/>
          </a:bodyPr>
          <a:lstStyle/>
          <a:p>
            <a:pPr algn="ctr">
              <a:lnSpc>
                <a:spcPct val="100000"/>
              </a:lnSpc>
              <a:buNone/>
            </a:pPr>
            <a:r>
              <a:rPr lang="en-US" sz="1800" b="0" strike="noStrike" spc="-1">
                <a:solidFill>
                  <a:srgbClr val="404040"/>
                </a:solidFill>
                <a:latin typeface="Constantia"/>
                <a:ea typeface="Arial Unicode MS"/>
              </a:rPr>
              <a:t>{{ d_13_0 }}</a:t>
            </a:r>
          </a:p>
          <a:p>
            <a:pPr algn="ctr">
              <a:lnSpc>
                <a:spcPct val="100000"/>
              </a:lnSpc>
              <a:buNone/>
            </a:pPr>
            <a:endParaRPr lang="en-CA" sz="1800" b="0" strike="noStrike" spc="-1">
              <a:latin typeface="Arial"/>
            </a:endParaRPr>
          </a:p>
          <a:p>
            <a:pPr algn="ctr">
              <a:lnSpc>
                <a:spcPct val="100000"/>
              </a:lnSpc>
              <a:buNone/>
            </a:pPr>
            <a:r>
              <a:rPr lang="en-US" spc="-1">
                <a:solidFill>
                  <a:srgbClr val="404040"/>
                </a:solidFill>
                <a:latin typeface="Constantia"/>
                <a:ea typeface="Arial Unicode MS"/>
                <a:sym typeface="+mn-ea"/>
              </a:rPr>
              <a:t>{{ d_13_1 }}</a:t>
            </a:r>
            <a:endParaRPr lang="en-CA" b="0" strike="noStrike" spc="-1">
              <a:latin typeface="Arial"/>
            </a:endParaRPr>
          </a:p>
          <a:p>
            <a:pPr algn="ctr">
              <a:lnSpc>
                <a:spcPct val="100000"/>
              </a:lnSpc>
              <a:buNone/>
            </a:pPr>
            <a:endParaRPr lang="en-CA" sz="1800" b="0" strike="noStrike" spc="-1">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PlaceHolder 1"/>
          <p:cNvSpPr>
            <a:spLocks noGrp="1"/>
          </p:cNvSpPr>
          <p:nvPr>
            <p:ph idx="4294967295"/>
          </p:nvPr>
        </p:nvSpPr>
        <p:spPr>
          <a:xfrm>
            <a:off x="619125" y="339725"/>
            <a:ext cx="11572875" cy="723900"/>
          </a:xfrm>
          <a:prstGeom prst="rect">
            <a:avLst/>
          </a:prstGeom>
          <a:noFill/>
          <a:ln w="0">
            <a:noFill/>
          </a:ln>
        </p:spPr>
        <p:txBody>
          <a:bodyPr lIns="90000" tIns="45000" rIns="90000" bIns="45000" anchor="ctr">
            <a:normAutofit/>
          </a:bodyPr>
          <a:lstStyle/>
          <a:p>
            <a:pPr algn="ctr">
              <a:lnSpc>
                <a:spcPct val="90000"/>
              </a:lnSpc>
              <a:spcBef>
                <a:spcPts val="1000"/>
              </a:spcBef>
              <a:buNone/>
              <a:tabLst>
                <a:tab pos="0" algn="l"/>
              </a:tabLst>
            </a:pPr>
            <a:r>
              <a:rPr lang="en-US" sz="3000" b="1" strike="noStrike" spc="-1">
                <a:solidFill>
                  <a:srgbClr val="404040"/>
                </a:solidFill>
                <a:latin typeface="Constantia"/>
                <a:ea typeface="Arial Unicode MS"/>
              </a:rPr>
              <a:t>{{s_name_14}}</a:t>
            </a:r>
            <a:endParaRPr lang="en-US" sz="3000" b="0" strike="noStrike" spc="-1">
              <a:solidFill>
                <a:srgbClr val="000000"/>
              </a:solidFill>
              <a:latin typeface="Arial"/>
            </a:endParaRPr>
          </a:p>
        </p:txBody>
      </p:sp>
      <p:sp>
        <p:nvSpPr>
          <p:cNvPr id="89" name="TextBox 47"/>
          <p:cNvSpPr/>
          <p:nvPr/>
        </p:nvSpPr>
        <p:spPr>
          <a:xfrm>
            <a:off x="756285" y="1826260"/>
            <a:ext cx="5600700" cy="1196340"/>
          </a:xfrm>
          <a:prstGeom prst="rect">
            <a:avLst/>
          </a:prstGeom>
          <a:noFill/>
          <a:ln w="0">
            <a:noFill/>
          </a:ln>
        </p:spPr>
        <p:style>
          <a:lnRef idx="0">
            <a:srgbClr val="FFFFFF"/>
          </a:lnRef>
          <a:fillRef idx="0">
            <a:srgbClr val="FFFFFF"/>
          </a:fillRef>
          <a:effectRef idx="0">
            <a:srgbClr val="FFFFFF"/>
          </a:effectRef>
          <a:fontRef idx="minor"/>
        </p:style>
        <p:txBody>
          <a:bodyPr wrap="square" lIns="90000" tIns="45000" rIns="90000" bIns="45000" anchor="t">
            <a:spAutoFit/>
          </a:bodyPr>
          <a:lstStyle/>
          <a:p>
            <a:pPr algn="ctr">
              <a:lnSpc>
                <a:spcPct val="100000"/>
              </a:lnSpc>
              <a:buNone/>
            </a:pPr>
            <a:r>
              <a:rPr lang="en-US" sz="1800" b="0" strike="noStrike" spc="-1">
                <a:solidFill>
                  <a:srgbClr val="404040"/>
                </a:solidFill>
                <a:latin typeface="Constantia"/>
                <a:ea typeface="Arial Unicode MS"/>
              </a:rPr>
              <a:t>{{ d_14_0 }}</a:t>
            </a:r>
          </a:p>
          <a:p>
            <a:pPr algn="ctr">
              <a:lnSpc>
                <a:spcPct val="100000"/>
              </a:lnSpc>
              <a:buNone/>
            </a:pPr>
            <a:endParaRPr lang="en-CA" sz="1800" b="0" strike="noStrike" spc="-1">
              <a:latin typeface="Arial"/>
            </a:endParaRPr>
          </a:p>
          <a:p>
            <a:pPr algn="ctr">
              <a:lnSpc>
                <a:spcPct val="100000"/>
              </a:lnSpc>
              <a:buNone/>
            </a:pPr>
            <a:r>
              <a:rPr lang="en-US" spc="-1">
                <a:solidFill>
                  <a:srgbClr val="404040"/>
                </a:solidFill>
                <a:latin typeface="Constantia"/>
                <a:ea typeface="Arial Unicode MS"/>
                <a:sym typeface="+mn-ea"/>
              </a:rPr>
              <a:t>{{ d_14_1 }}</a:t>
            </a:r>
            <a:endParaRPr lang="en-CA" b="0" strike="noStrike" spc="-1">
              <a:latin typeface="Arial"/>
            </a:endParaRPr>
          </a:p>
          <a:p>
            <a:pPr algn="ctr">
              <a:lnSpc>
                <a:spcPct val="100000"/>
              </a:lnSpc>
              <a:buNone/>
            </a:pPr>
            <a:endParaRPr lang="en-CA" sz="1800" b="0" strike="noStrike" spc="-1">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PlaceHolder 1"/>
          <p:cNvSpPr>
            <a:spLocks noGrp="1"/>
          </p:cNvSpPr>
          <p:nvPr>
            <p:ph idx="4294967295"/>
          </p:nvPr>
        </p:nvSpPr>
        <p:spPr>
          <a:xfrm>
            <a:off x="619125" y="339725"/>
            <a:ext cx="11572875" cy="723900"/>
          </a:xfrm>
          <a:prstGeom prst="rect">
            <a:avLst/>
          </a:prstGeom>
          <a:noFill/>
          <a:ln w="0">
            <a:noFill/>
          </a:ln>
        </p:spPr>
        <p:txBody>
          <a:bodyPr lIns="90000" tIns="45000" rIns="90000" bIns="45000" anchor="ctr">
            <a:normAutofit/>
          </a:bodyPr>
          <a:lstStyle/>
          <a:p>
            <a:pPr algn="ctr">
              <a:lnSpc>
                <a:spcPct val="90000"/>
              </a:lnSpc>
              <a:spcBef>
                <a:spcPts val="1000"/>
              </a:spcBef>
              <a:buNone/>
              <a:tabLst>
                <a:tab pos="0" algn="l"/>
              </a:tabLst>
            </a:pPr>
            <a:r>
              <a:rPr lang="en-US" sz="3000" b="1" strike="noStrike" spc="-1">
                <a:solidFill>
                  <a:srgbClr val="404040"/>
                </a:solidFill>
                <a:latin typeface="Constantia"/>
                <a:ea typeface="Arial Unicode MS"/>
              </a:rPr>
              <a:t>{{s_name_15}}</a:t>
            </a:r>
            <a:endParaRPr lang="en-US" sz="3000" b="0" strike="noStrike" spc="-1">
              <a:solidFill>
                <a:srgbClr val="000000"/>
              </a:solidFill>
              <a:latin typeface="Arial"/>
            </a:endParaRPr>
          </a:p>
        </p:txBody>
      </p:sp>
      <p:sp>
        <p:nvSpPr>
          <p:cNvPr id="89" name="TextBox 47"/>
          <p:cNvSpPr/>
          <p:nvPr/>
        </p:nvSpPr>
        <p:spPr>
          <a:xfrm>
            <a:off x="756285" y="1826260"/>
            <a:ext cx="5600700" cy="1196340"/>
          </a:xfrm>
          <a:prstGeom prst="rect">
            <a:avLst/>
          </a:prstGeom>
          <a:noFill/>
          <a:ln w="0">
            <a:noFill/>
          </a:ln>
        </p:spPr>
        <p:style>
          <a:lnRef idx="0">
            <a:srgbClr val="FFFFFF"/>
          </a:lnRef>
          <a:fillRef idx="0">
            <a:srgbClr val="FFFFFF"/>
          </a:fillRef>
          <a:effectRef idx="0">
            <a:srgbClr val="FFFFFF"/>
          </a:effectRef>
          <a:fontRef idx="minor"/>
        </p:style>
        <p:txBody>
          <a:bodyPr wrap="square" lIns="90000" tIns="45000" rIns="90000" bIns="45000" anchor="t">
            <a:spAutoFit/>
          </a:bodyPr>
          <a:lstStyle/>
          <a:p>
            <a:pPr algn="ctr">
              <a:lnSpc>
                <a:spcPct val="100000"/>
              </a:lnSpc>
              <a:buNone/>
            </a:pPr>
            <a:r>
              <a:rPr lang="en-US" sz="1800" b="0" strike="noStrike" spc="-1">
                <a:solidFill>
                  <a:srgbClr val="404040"/>
                </a:solidFill>
                <a:latin typeface="Constantia"/>
                <a:ea typeface="Arial Unicode MS"/>
              </a:rPr>
              <a:t>{{ d_15_0 }}</a:t>
            </a:r>
          </a:p>
          <a:p>
            <a:pPr algn="ctr">
              <a:lnSpc>
                <a:spcPct val="100000"/>
              </a:lnSpc>
              <a:buNone/>
            </a:pPr>
            <a:endParaRPr lang="en-CA" sz="1800" b="0" strike="noStrike" spc="-1">
              <a:latin typeface="Arial"/>
            </a:endParaRPr>
          </a:p>
          <a:p>
            <a:pPr algn="ctr">
              <a:lnSpc>
                <a:spcPct val="100000"/>
              </a:lnSpc>
              <a:buNone/>
            </a:pPr>
            <a:r>
              <a:rPr lang="en-US" spc="-1">
                <a:solidFill>
                  <a:srgbClr val="404040"/>
                </a:solidFill>
                <a:latin typeface="Constantia"/>
                <a:ea typeface="Arial Unicode MS"/>
                <a:sym typeface="+mn-ea"/>
              </a:rPr>
              <a:t>{{ d_15_1 }}</a:t>
            </a:r>
            <a:endParaRPr lang="en-CA" b="0" strike="noStrike" spc="-1">
              <a:latin typeface="Arial"/>
            </a:endParaRPr>
          </a:p>
          <a:p>
            <a:pPr algn="ctr">
              <a:lnSpc>
                <a:spcPct val="100000"/>
              </a:lnSpc>
              <a:buNone/>
            </a:pPr>
            <a:endParaRPr lang="en-CA" sz="1800" b="0" strike="noStrike" spc="-1">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laceHolder 1"/>
          <p:cNvSpPr>
            <a:spLocks noGrp="1"/>
          </p:cNvSpPr>
          <p:nvPr>
            <p:ph idx="4294967295"/>
          </p:nvPr>
        </p:nvSpPr>
        <p:spPr>
          <a:xfrm>
            <a:off x="619125" y="339725"/>
            <a:ext cx="11572875" cy="723900"/>
          </a:xfrm>
          <a:prstGeom prst="rect">
            <a:avLst/>
          </a:prstGeom>
          <a:noFill/>
          <a:ln w="0">
            <a:noFill/>
          </a:ln>
        </p:spPr>
        <p:txBody>
          <a:bodyPr lIns="90000" tIns="45000" rIns="90000" bIns="45000" anchor="ctr">
            <a:normAutofit/>
          </a:bodyPr>
          <a:lstStyle/>
          <a:p>
            <a:pPr algn="ctr">
              <a:lnSpc>
                <a:spcPct val="90000"/>
              </a:lnSpc>
              <a:spcBef>
                <a:spcPts val="1000"/>
              </a:spcBef>
              <a:buNone/>
              <a:tabLst>
                <a:tab pos="0" algn="l"/>
              </a:tabLst>
            </a:pPr>
            <a:r>
              <a:rPr lang="en-US" sz="3000" b="1" strike="noStrike" spc="-1">
                <a:solidFill>
                  <a:srgbClr val="404040"/>
                </a:solidFill>
                <a:latin typeface="Constantia"/>
                <a:ea typeface="Arial Unicode MS"/>
              </a:rPr>
              <a:t>{{s_name_16}}</a:t>
            </a:r>
            <a:endParaRPr lang="en-US" sz="3000" b="0" strike="noStrike" spc="-1">
              <a:solidFill>
                <a:srgbClr val="000000"/>
              </a:solidFill>
              <a:latin typeface="Arial"/>
            </a:endParaRPr>
          </a:p>
        </p:txBody>
      </p:sp>
      <p:sp>
        <p:nvSpPr>
          <p:cNvPr id="89" name="TextBox 47"/>
          <p:cNvSpPr/>
          <p:nvPr/>
        </p:nvSpPr>
        <p:spPr>
          <a:xfrm>
            <a:off x="756285" y="1826260"/>
            <a:ext cx="5600700" cy="1196340"/>
          </a:xfrm>
          <a:prstGeom prst="rect">
            <a:avLst/>
          </a:prstGeom>
          <a:noFill/>
          <a:ln w="0">
            <a:noFill/>
          </a:ln>
        </p:spPr>
        <p:style>
          <a:lnRef idx="0">
            <a:srgbClr val="FFFFFF"/>
          </a:lnRef>
          <a:fillRef idx="0">
            <a:srgbClr val="FFFFFF"/>
          </a:fillRef>
          <a:effectRef idx="0">
            <a:srgbClr val="FFFFFF"/>
          </a:effectRef>
          <a:fontRef idx="minor"/>
        </p:style>
        <p:txBody>
          <a:bodyPr wrap="square" lIns="90000" tIns="45000" rIns="90000" bIns="45000" anchor="t">
            <a:spAutoFit/>
          </a:bodyPr>
          <a:lstStyle/>
          <a:p>
            <a:pPr algn="ctr">
              <a:lnSpc>
                <a:spcPct val="100000"/>
              </a:lnSpc>
              <a:buNone/>
            </a:pPr>
            <a:r>
              <a:rPr lang="en-US" sz="1800" b="0" strike="noStrike" spc="-1">
                <a:solidFill>
                  <a:srgbClr val="404040"/>
                </a:solidFill>
                <a:latin typeface="Constantia"/>
                <a:ea typeface="Arial Unicode MS"/>
              </a:rPr>
              <a:t>{{ d_16_0 }}</a:t>
            </a:r>
          </a:p>
          <a:p>
            <a:pPr algn="ctr">
              <a:lnSpc>
                <a:spcPct val="100000"/>
              </a:lnSpc>
              <a:buNone/>
            </a:pPr>
            <a:endParaRPr lang="en-CA" sz="1800" b="0" strike="noStrike" spc="-1">
              <a:latin typeface="Arial"/>
            </a:endParaRPr>
          </a:p>
          <a:p>
            <a:pPr algn="ctr">
              <a:lnSpc>
                <a:spcPct val="100000"/>
              </a:lnSpc>
              <a:buNone/>
            </a:pPr>
            <a:r>
              <a:rPr lang="en-US" spc="-1">
                <a:solidFill>
                  <a:srgbClr val="404040"/>
                </a:solidFill>
                <a:latin typeface="Constantia"/>
                <a:ea typeface="Arial Unicode MS"/>
                <a:sym typeface="+mn-ea"/>
              </a:rPr>
              <a:t>{{ d_16_1 }}</a:t>
            </a:r>
            <a:endParaRPr lang="en-CA" b="0" strike="noStrike" spc="-1">
              <a:latin typeface="Arial"/>
            </a:endParaRPr>
          </a:p>
          <a:p>
            <a:pPr algn="ctr">
              <a:lnSpc>
                <a:spcPct val="100000"/>
              </a:lnSpc>
              <a:buNone/>
            </a:pPr>
            <a:endParaRPr lang="en-CA" sz="1800" b="0" strike="noStrike" spc="-1">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TextBox 2"/>
          <p:cNvSpPr/>
          <p:nvPr/>
        </p:nvSpPr>
        <p:spPr>
          <a:xfrm>
            <a:off x="0" y="1178640"/>
            <a:ext cx="12191760" cy="10036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ctr">
            <a:spAutoFit/>
          </a:bodyPr>
          <a:lstStyle/>
          <a:p>
            <a:pPr algn="ctr">
              <a:lnSpc>
                <a:spcPct val="100000"/>
              </a:lnSpc>
              <a:buNone/>
            </a:pPr>
            <a:r>
              <a:rPr lang="en-US" sz="6000" b="0" strike="noStrike" spc="-1">
                <a:solidFill>
                  <a:srgbClr val="404040"/>
                </a:solidFill>
                <a:latin typeface="Arial"/>
                <a:ea typeface="Arial Unicode MS"/>
              </a:rPr>
              <a:t>E'tiboringiz uchun rahmat</a:t>
            </a:r>
            <a:endParaRPr lang="en-CA" sz="6000" b="0" strike="noStrike" spc="-1">
              <a:latin typeface="Arial"/>
            </a:endParaRPr>
          </a:p>
        </p:txBody>
      </p:sp>
      <p:sp>
        <p:nvSpPr>
          <p:cNvPr id="157" name="TextBox 4"/>
          <p:cNvSpPr/>
          <p:nvPr/>
        </p:nvSpPr>
        <p:spPr>
          <a:xfrm>
            <a:off x="0" y="6399360"/>
            <a:ext cx="12191760" cy="45504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ctr">
            <a:spAutoFit/>
          </a:bodyPr>
          <a:lstStyle/>
          <a:p>
            <a:pPr algn="r">
              <a:lnSpc>
                <a:spcPct val="100000"/>
              </a:lnSpc>
              <a:buNone/>
            </a:pPr>
            <a:r>
              <a:rPr lang="en-US" sz="2400" b="0" strike="noStrike" spc="-1">
                <a:solidFill>
                  <a:srgbClr val="404040"/>
                </a:solidFill>
                <a:latin typeface="Arial"/>
                <a:ea typeface="Arial Unicode MS"/>
              </a:rPr>
              <a:t>@taqdimot_robot</a:t>
            </a:r>
            <a:endParaRPr lang="en-CA" sz="2400" b="0" strike="noStrike" spc="-1">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Контур">
  <a:themeElements>
    <a:clrScheme name="Контур">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Контур">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Контур">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TM04033919[[fn=Контур]]</Template>
  <TotalTime>8</TotalTime>
  <Words>183</Words>
  <Application>Microsoft Office PowerPoint</Application>
  <PresentationFormat>Широкоэкранный</PresentationFormat>
  <Paragraphs>76</Paragraphs>
  <Slides>20</Slides>
  <Notes>0</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20</vt:i4>
      </vt:variant>
    </vt:vector>
  </HeadingPairs>
  <TitlesOfParts>
    <vt:vector size="28" baseType="lpstr">
      <vt:lpstr>Arial</vt:lpstr>
      <vt:lpstr>Arial Unicode MS</vt:lpstr>
      <vt:lpstr>Constantia</vt:lpstr>
      <vt:lpstr>Times New Roman</vt:lpstr>
      <vt:lpstr>Trebuchet MS</vt:lpstr>
      <vt:lpstr>Tw Cen MT</vt:lpstr>
      <vt:lpstr>Verdana</vt:lpstr>
      <vt:lpstr>Контур</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dc:creator>
  <cp:lastModifiedBy>Windows User</cp:lastModifiedBy>
  <cp:revision>185</cp:revision>
  <dcterms:created xsi:type="dcterms:W3CDTF">2024-09-18T11:55:31Z</dcterms:created>
  <dcterms:modified xsi:type="dcterms:W3CDTF">2024-09-19T11:26:14Z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20</vt:i4>
  </property>
  <property fmtid="{D5CDD505-2E9C-101B-9397-08002B2CF9AE}" pid="4" name="ICV">
    <vt:lpwstr/>
  </property>
  <property fmtid="{D5CDD505-2E9C-101B-9397-08002B2CF9AE}" pid="5" name="KSOProductBuildVer">
    <vt:lpwstr>1033-11.1.0.11723</vt:lpwstr>
  </property>
</Properties>
</file>